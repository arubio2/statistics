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16"/>
  </p:notesMasterIdLst>
  <p:sldIdLst>
    <p:sldId id="320" r:id="rId3"/>
    <p:sldId id="257" r:id="rId4"/>
    <p:sldId id="352" r:id="rId5"/>
    <p:sldId id="351" r:id="rId6"/>
    <p:sldId id="372" r:id="rId7"/>
    <p:sldId id="358" r:id="rId8"/>
    <p:sldId id="363" r:id="rId9"/>
    <p:sldId id="359" r:id="rId10"/>
    <p:sldId id="360" r:id="rId11"/>
    <p:sldId id="361" r:id="rId12"/>
    <p:sldId id="362" r:id="rId13"/>
    <p:sldId id="370" r:id="rId14"/>
    <p:sldId id="344" r:id="rId15"/>
  </p:sldIdLst>
  <p:sldSz cx="18288000" cy="10287000"/>
  <p:notesSz cx="6858000" cy="9144000"/>
  <p:embeddedFontLs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150"/>
    <a:srgbClr val="F6F6F6"/>
    <a:srgbClr val="3B516E"/>
    <a:srgbClr val="54D2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FA940-4D46-4C1A-B325-C784659E71BF}" v="12" dt="2024-06-09T11:47:50.46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67321" autoAdjust="0"/>
  </p:normalViewPr>
  <p:slideViewPr>
    <p:cSldViewPr>
      <p:cViewPr varScale="1">
        <p:scale>
          <a:sx n="40" d="100"/>
          <a:sy n="40" d="100"/>
        </p:scale>
        <p:origin x="96" y="3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8" d="100"/>
        <a:sy n="58" d="100"/>
      </p:scale>
      <p:origin x="0" y="-74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bio, Angel" userId="f551f9b7-999f-4af3-8cad-97f1558cb83a" providerId="ADAL" clId="{5B908A8D-DA67-456A-B052-9F77B137CE0D}"/>
    <pc:docChg chg="undo custSel addSld delSld modSld sldOrd">
      <pc:chgData name="Rubio, Angel" userId="f551f9b7-999f-4af3-8cad-97f1558cb83a" providerId="ADAL" clId="{5B908A8D-DA67-456A-B052-9F77B137CE0D}" dt="2022-03-08T16:46:18.671" v="3534" actId="729"/>
      <pc:docMkLst>
        <pc:docMk/>
      </pc:docMkLst>
      <pc:sldChg chg="modNotesTx">
        <pc:chgData name="Rubio, Angel" userId="f551f9b7-999f-4af3-8cad-97f1558cb83a" providerId="ADAL" clId="{5B908A8D-DA67-456A-B052-9F77B137CE0D}" dt="2022-03-08T16:04:45.485" v="679" actId="5793"/>
        <pc:sldMkLst>
          <pc:docMk/>
          <pc:sldMk cId="0" sldId="259"/>
        </pc:sldMkLst>
      </pc:sldChg>
      <pc:sldChg chg="modSp mod">
        <pc:chgData name="Rubio, Angel" userId="f551f9b7-999f-4af3-8cad-97f1558cb83a" providerId="ADAL" clId="{5B908A8D-DA67-456A-B052-9F77B137CE0D}" dt="2022-03-04T16:55:08.670" v="123" actId="20577"/>
        <pc:sldMkLst>
          <pc:docMk/>
          <pc:sldMk cId="0" sldId="262"/>
        </pc:sldMkLst>
        <pc:spChg chg="mod">
          <ac:chgData name="Rubio, Angel" userId="f551f9b7-999f-4af3-8cad-97f1558cb83a" providerId="ADAL" clId="{5B908A8D-DA67-456A-B052-9F77B137CE0D}" dt="2022-03-04T16:55:08.670" v="123" actId="20577"/>
          <ac:spMkLst>
            <pc:docMk/>
            <pc:sldMk cId="0" sldId="262"/>
            <ac:spMk id="29" creationId="{82C0E514-8D3F-4444-9637-CCF45A3F3131}"/>
          </ac:spMkLst>
        </pc:spChg>
      </pc:sldChg>
      <pc:sldChg chg="modNotesTx">
        <pc:chgData name="Rubio, Angel" userId="f551f9b7-999f-4af3-8cad-97f1558cb83a" providerId="ADAL" clId="{5B908A8D-DA67-456A-B052-9F77B137CE0D}" dt="2022-03-08T16:10:21.490" v="1288" actId="20577"/>
        <pc:sldMkLst>
          <pc:docMk/>
          <pc:sldMk cId="3991388156" sldId="283"/>
        </pc:sldMkLst>
      </pc:sldChg>
      <pc:sldChg chg="delSp mod modNotesTx">
        <pc:chgData name="Rubio, Angel" userId="f551f9b7-999f-4af3-8cad-97f1558cb83a" providerId="ADAL" clId="{5B908A8D-DA67-456A-B052-9F77B137CE0D}" dt="2022-03-08T16:41:02.183" v="3121" actId="20577"/>
        <pc:sldMkLst>
          <pc:docMk/>
          <pc:sldMk cId="1331315295" sldId="284"/>
        </pc:sldMkLst>
        <pc:spChg chg="del">
          <ac:chgData name="Rubio, Angel" userId="f551f9b7-999f-4af3-8cad-97f1558cb83a" providerId="ADAL" clId="{5B908A8D-DA67-456A-B052-9F77B137CE0D}" dt="2022-03-04T16:57:49.214" v="135" actId="478"/>
          <ac:spMkLst>
            <pc:docMk/>
            <pc:sldMk cId="1331315295" sldId="284"/>
            <ac:spMk id="8" creationId="{C0ED1A33-4402-7F43-8D2F-06C6C3653EDE}"/>
          </ac:spMkLst>
        </pc:spChg>
      </pc:sldChg>
      <pc:sldChg chg="modSp mod">
        <pc:chgData name="Rubio, Angel" userId="f551f9b7-999f-4af3-8cad-97f1558cb83a" providerId="ADAL" clId="{5B908A8D-DA67-456A-B052-9F77B137CE0D}" dt="2022-03-08T16:41:31.814" v="3123" actId="1076"/>
        <pc:sldMkLst>
          <pc:docMk/>
          <pc:sldMk cId="2918606197" sldId="285"/>
        </pc:sldMkLst>
        <pc:spChg chg="mod">
          <ac:chgData name="Rubio, Angel" userId="f551f9b7-999f-4af3-8cad-97f1558cb83a" providerId="ADAL" clId="{5B908A8D-DA67-456A-B052-9F77B137CE0D}" dt="2022-03-04T16:58:15.038" v="136" actId="6549"/>
          <ac:spMkLst>
            <pc:docMk/>
            <pc:sldMk cId="2918606197" sldId="285"/>
            <ac:spMk id="5" creationId="{00000000-0000-0000-0000-000000000000}"/>
          </ac:spMkLst>
        </pc:spChg>
        <pc:picChg chg="mod">
          <ac:chgData name="Rubio, Angel" userId="f551f9b7-999f-4af3-8cad-97f1558cb83a" providerId="ADAL" clId="{5B908A8D-DA67-456A-B052-9F77B137CE0D}" dt="2022-03-08T16:41:31.814" v="3123" actId="1076"/>
          <ac:picMkLst>
            <pc:docMk/>
            <pc:sldMk cId="2918606197" sldId="285"/>
            <ac:picMk id="4" creationId="{0C4153B3-C605-714F-ADA6-60F0311D0B56}"/>
          </ac:picMkLst>
        </pc:picChg>
      </pc:sldChg>
      <pc:sldChg chg="delSp modSp mod modNotesTx">
        <pc:chgData name="Rubio, Angel" userId="f551f9b7-999f-4af3-8cad-97f1558cb83a" providerId="ADAL" clId="{5B908A8D-DA67-456A-B052-9F77B137CE0D}" dt="2022-03-08T16:42:35.896" v="3283" actId="20577"/>
        <pc:sldMkLst>
          <pc:docMk/>
          <pc:sldMk cId="1827491019" sldId="286"/>
        </pc:sldMkLst>
        <pc:spChg chg="del">
          <ac:chgData name="Rubio, Angel" userId="f551f9b7-999f-4af3-8cad-97f1558cb83a" providerId="ADAL" clId="{5B908A8D-DA67-456A-B052-9F77B137CE0D}" dt="2022-03-04T16:58:47.905" v="137" actId="478"/>
          <ac:spMkLst>
            <pc:docMk/>
            <pc:sldMk cId="1827491019" sldId="286"/>
            <ac:spMk id="3" creationId="{CD8A2F83-05CF-F742-BAF6-63D272CD3AA0}"/>
          </ac:spMkLst>
        </pc:spChg>
        <pc:spChg chg="mod">
          <ac:chgData name="Rubio, Angel" userId="f551f9b7-999f-4af3-8cad-97f1558cb83a" providerId="ADAL" clId="{5B908A8D-DA67-456A-B052-9F77B137CE0D}" dt="2022-03-04T16:59:17.484" v="139" actId="6549"/>
          <ac:spMkLst>
            <pc:docMk/>
            <pc:sldMk cId="1827491019" sldId="286"/>
            <ac:spMk id="5" creationId="{00000000-0000-0000-0000-000000000000}"/>
          </ac:spMkLst>
        </pc:spChg>
      </pc:sldChg>
      <pc:sldChg chg="modSp mod modNotesTx">
        <pc:chgData name="Rubio, Angel" userId="f551f9b7-999f-4af3-8cad-97f1558cb83a" providerId="ADAL" clId="{5B908A8D-DA67-456A-B052-9F77B137CE0D}" dt="2022-03-08T16:43:00.245" v="3367" actId="20577"/>
        <pc:sldMkLst>
          <pc:docMk/>
          <pc:sldMk cId="396203435" sldId="287"/>
        </pc:sldMkLst>
        <pc:spChg chg="mod">
          <ac:chgData name="Rubio, Angel" userId="f551f9b7-999f-4af3-8cad-97f1558cb83a" providerId="ADAL" clId="{5B908A8D-DA67-456A-B052-9F77B137CE0D}" dt="2022-03-04T16:59:12.715" v="138" actId="6549"/>
          <ac:spMkLst>
            <pc:docMk/>
            <pc:sldMk cId="396203435" sldId="287"/>
            <ac:spMk id="5" creationId="{00000000-0000-0000-0000-000000000000}"/>
          </ac:spMkLst>
        </pc:spChg>
      </pc:sldChg>
      <pc:sldChg chg="modSp mod">
        <pc:chgData name="Rubio, Angel" userId="f551f9b7-999f-4af3-8cad-97f1558cb83a" providerId="ADAL" clId="{5B908A8D-DA67-456A-B052-9F77B137CE0D}" dt="2022-03-04T16:59:30.554" v="140" actId="6549"/>
        <pc:sldMkLst>
          <pc:docMk/>
          <pc:sldMk cId="3920341670" sldId="288"/>
        </pc:sldMkLst>
        <pc:spChg chg="mod">
          <ac:chgData name="Rubio, Angel" userId="f551f9b7-999f-4af3-8cad-97f1558cb83a" providerId="ADAL" clId="{5B908A8D-DA67-456A-B052-9F77B137CE0D}" dt="2022-03-04T16:59:30.554" v="140" actId="6549"/>
          <ac:spMkLst>
            <pc:docMk/>
            <pc:sldMk cId="3920341670" sldId="288"/>
            <ac:spMk id="5" creationId="{00000000-0000-0000-0000-000000000000}"/>
          </ac:spMkLst>
        </pc:spChg>
      </pc:sldChg>
      <pc:sldChg chg="modNotesTx">
        <pc:chgData name="Rubio, Angel" userId="f551f9b7-999f-4af3-8cad-97f1558cb83a" providerId="ADAL" clId="{5B908A8D-DA67-456A-B052-9F77B137CE0D}" dt="2022-03-08T16:44:14.084" v="3531" actId="20577"/>
        <pc:sldMkLst>
          <pc:docMk/>
          <pc:sldMk cId="2171540677" sldId="289"/>
        </pc:sldMkLst>
      </pc:sldChg>
      <pc:sldChg chg="modNotesTx">
        <pc:chgData name="Rubio, Angel" userId="f551f9b7-999f-4af3-8cad-97f1558cb83a" providerId="ADAL" clId="{5B908A8D-DA67-456A-B052-9F77B137CE0D}" dt="2022-03-08T16:36:52.456" v="2578" actId="20577"/>
        <pc:sldMkLst>
          <pc:docMk/>
          <pc:sldMk cId="1920701312" sldId="290"/>
        </pc:sldMkLst>
      </pc:sldChg>
      <pc:sldChg chg="addSp delSp modSp mod">
        <pc:chgData name="Rubio, Angel" userId="f551f9b7-999f-4af3-8cad-97f1558cb83a" providerId="ADAL" clId="{5B908A8D-DA67-456A-B052-9F77B137CE0D}" dt="2022-03-04T17:04:48.231" v="161" actId="14100"/>
        <pc:sldMkLst>
          <pc:docMk/>
          <pc:sldMk cId="1622033537" sldId="291"/>
        </pc:sldMkLst>
        <pc:grpChg chg="del">
          <ac:chgData name="Rubio, Angel" userId="f551f9b7-999f-4af3-8cad-97f1558cb83a" providerId="ADAL" clId="{5B908A8D-DA67-456A-B052-9F77B137CE0D}" dt="2022-03-04T17:00:11.338" v="141" actId="478"/>
          <ac:grpSpMkLst>
            <pc:docMk/>
            <pc:sldMk cId="1622033537" sldId="291"/>
            <ac:grpSpMk id="22" creationId="{37D2EED8-392A-5C4C-9DFD-9736A598503B}"/>
          </ac:grpSpMkLst>
        </pc:grpChg>
        <pc:picChg chg="add mod">
          <ac:chgData name="Rubio, Angel" userId="f551f9b7-999f-4af3-8cad-97f1558cb83a" providerId="ADAL" clId="{5B908A8D-DA67-456A-B052-9F77B137CE0D}" dt="2022-03-04T17:04:48.231" v="161" actId="14100"/>
          <ac:picMkLst>
            <pc:docMk/>
            <pc:sldMk cId="1622033537" sldId="291"/>
            <ac:picMk id="2" creationId="{A6F38D36-B7F5-4DFA-80FA-E334B44AE8DA}"/>
          </ac:picMkLst>
        </pc:picChg>
        <pc:picChg chg="add mod">
          <ac:chgData name="Rubio, Angel" userId="f551f9b7-999f-4af3-8cad-97f1558cb83a" providerId="ADAL" clId="{5B908A8D-DA67-456A-B052-9F77B137CE0D}" dt="2022-03-04T17:01:48.297" v="146" actId="1076"/>
          <ac:picMkLst>
            <pc:docMk/>
            <pc:sldMk cId="1622033537" sldId="291"/>
            <ac:picMk id="3074" creationId="{B8279350-0BB4-48FD-A14A-328EB8FBCB57}"/>
          </ac:picMkLst>
        </pc:picChg>
        <pc:picChg chg="add mod">
          <ac:chgData name="Rubio, Angel" userId="f551f9b7-999f-4af3-8cad-97f1558cb83a" providerId="ADAL" clId="{5B908A8D-DA67-456A-B052-9F77B137CE0D}" dt="2022-03-04T17:01:45.297" v="145" actId="1076"/>
          <ac:picMkLst>
            <pc:docMk/>
            <pc:sldMk cId="1622033537" sldId="291"/>
            <ac:picMk id="3076" creationId="{CA479FF8-5165-4F8D-9DA9-1575AE0FDCD5}"/>
          </ac:picMkLst>
        </pc:picChg>
        <pc:picChg chg="add mod">
          <ac:chgData name="Rubio, Angel" userId="f551f9b7-999f-4af3-8cad-97f1558cb83a" providerId="ADAL" clId="{5B908A8D-DA67-456A-B052-9F77B137CE0D}" dt="2022-03-04T17:03:05.465" v="150" actId="14100"/>
          <ac:picMkLst>
            <pc:docMk/>
            <pc:sldMk cId="1622033537" sldId="291"/>
            <ac:picMk id="3078" creationId="{8E5B95B0-F193-41D6-BFAE-D060FE2126B4}"/>
          </ac:picMkLst>
        </pc:picChg>
        <pc:picChg chg="add mod">
          <ac:chgData name="Rubio, Angel" userId="f551f9b7-999f-4af3-8cad-97f1558cb83a" providerId="ADAL" clId="{5B908A8D-DA67-456A-B052-9F77B137CE0D}" dt="2022-03-04T17:03:56.743" v="157" actId="1076"/>
          <ac:picMkLst>
            <pc:docMk/>
            <pc:sldMk cId="1622033537" sldId="291"/>
            <ac:picMk id="3080" creationId="{9CA5F68A-C195-4ACC-A7B8-8C5CDE46658A}"/>
          </ac:picMkLst>
        </pc:picChg>
      </pc:sldChg>
      <pc:sldChg chg="modNotesTx">
        <pc:chgData name="Rubio, Angel" userId="f551f9b7-999f-4af3-8cad-97f1558cb83a" providerId="ADAL" clId="{5B908A8D-DA67-456A-B052-9F77B137CE0D}" dt="2022-03-08T16:26:47.919" v="2167" actId="20577"/>
        <pc:sldMkLst>
          <pc:docMk/>
          <pc:sldMk cId="2240504046" sldId="292"/>
        </pc:sldMkLst>
      </pc:sldChg>
      <pc:sldChg chg="addSp delSp modSp mod">
        <pc:chgData name="Rubio, Angel" userId="f551f9b7-999f-4af3-8cad-97f1558cb83a" providerId="ADAL" clId="{5B908A8D-DA67-456A-B052-9F77B137CE0D}" dt="2022-03-08T16:28:44.822" v="2175" actId="1076"/>
        <pc:sldMkLst>
          <pc:docMk/>
          <pc:sldMk cId="1435838519" sldId="293"/>
        </pc:sldMkLst>
        <pc:spChg chg="del">
          <ac:chgData name="Rubio, Angel" userId="f551f9b7-999f-4af3-8cad-97f1558cb83a" providerId="ADAL" clId="{5B908A8D-DA67-456A-B052-9F77B137CE0D}" dt="2022-03-08T16:27:54.562" v="2169" actId="478"/>
          <ac:spMkLst>
            <pc:docMk/>
            <pc:sldMk cId="1435838519" sldId="293"/>
            <ac:spMk id="5" creationId="{6E254BF1-346A-E848-9E54-FC026EE4A5CC}"/>
          </ac:spMkLst>
        </pc:spChg>
        <pc:spChg chg="mod">
          <ac:chgData name="Rubio, Angel" userId="f551f9b7-999f-4af3-8cad-97f1558cb83a" providerId="ADAL" clId="{5B908A8D-DA67-456A-B052-9F77B137CE0D}" dt="2022-03-04T16:45:09.669" v="17" actId="20577"/>
          <ac:spMkLst>
            <pc:docMk/>
            <pc:sldMk cId="1435838519" sldId="293"/>
            <ac:spMk id="22" creationId="{71F77B75-5FB0-3445-AD3C-41EC60E92F3D}"/>
          </ac:spMkLst>
        </pc:spChg>
        <pc:picChg chg="add del mod">
          <ac:chgData name="Rubio, Angel" userId="f551f9b7-999f-4af3-8cad-97f1558cb83a" providerId="ADAL" clId="{5B908A8D-DA67-456A-B052-9F77B137CE0D}" dt="2022-03-08T16:28:40.785" v="2173" actId="478"/>
          <ac:picMkLst>
            <pc:docMk/>
            <pc:sldMk cId="1435838519" sldId="293"/>
            <ac:picMk id="4" creationId="{2C9F16B6-C114-418C-95A2-CF65C5EB22B0}"/>
          </ac:picMkLst>
        </pc:picChg>
        <pc:picChg chg="add mod">
          <ac:chgData name="Rubio, Angel" userId="f551f9b7-999f-4af3-8cad-97f1558cb83a" providerId="ADAL" clId="{5B908A8D-DA67-456A-B052-9F77B137CE0D}" dt="2022-03-08T16:28:44.822" v="2175" actId="1076"/>
          <ac:picMkLst>
            <pc:docMk/>
            <pc:sldMk cId="1435838519" sldId="293"/>
            <ac:picMk id="7" creationId="{8DBB7763-2519-4F61-A2AC-28FA9D8278F9}"/>
          </ac:picMkLst>
        </pc:picChg>
        <pc:picChg chg="del">
          <ac:chgData name="Rubio, Angel" userId="f551f9b7-999f-4af3-8cad-97f1558cb83a" providerId="ADAL" clId="{5B908A8D-DA67-456A-B052-9F77B137CE0D}" dt="2022-03-08T16:27:50.257" v="2168" actId="478"/>
          <ac:picMkLst>
            <pc:docMk/>
            <pc:sldMk cId="1435838519" sldId="293"/>
            <ac:picMk id="15362" creationId="{8B10DC5A-50F0-B74E-9D80-E083D6CF98CE}"/>
          </ac:picMkLst>
        </pc:picChg>
      </pc:sldChg>
      <pc:sldChg chg="modNotesTx">
        <pc:chgData name="Rubio, Angel" userId="f551f9b7-999f-4af3-8cad-97f1558cb83a" providerId="ADAL" clId="{5B908A8D-DA67-456A-B052-9F77B137CE0D}" dt="2022-03-08T16:43:29.765" v="3447" actId="20577"/>
        <pc:sldMkLst>
          <pc:docMk/>
          <pc:sldMk cId="2970230394" sldId="297"/>
        </pc:sldMkLst>
      </pc:sldChg>
      <pc:sldChg chg="addSp delSp modSp mod modNotesTx">
        <pc:chgData name="Rubio, Angel" userId="f551f9b7-999f-4af3-8cad-97f1558cb83a" providerId="ADAL" clId="{5B908A8D-DA67-456A-B052-9F77B137CE0D}" dt="2022-03-08T16:39:18.828" v="2929" actId="20577"/>
        <pc:sldMkLst>
          <pc:docMk/>
          <pc:sldMk cId="3560594296" sldId="298"/>
        </pc:sldMkLst>
        <pc:spChg chg="mod">
          <ac:chgData name="Rubio, Angel" userId="f551f9b7-999f-4af3-8cad-97f1558cb83a" providerId="ADAL" clId="{5B908A8D-DA67-456A-B052-9F77B137CE0D}" dt="2022-03-04T16:52:32.975" v="62" actId="20577"/>
          <ac:spMkLst>
            <pc:docMk/>
            <pc:sldMk cId="3560594296" sldId="298"/>
            <ac:spMk id="34" creationId="{3A5E2362-C763-FD49-BFF1-B475147EF483}"/>
          </ac:spMkLst>
        </pc:spChg>
        <pc:spChg chg="del">
          <ac:chgData name="Rubio, Angel" userId="f551f9b7-999f-4af3-8cad-97f1558cb83a" providerId="ADAL" clId="{5B908A8D-DA67-456A-B052-9F77B137CE0D}" dt="2022-03-04T17:36:16.262" v="334" actId="478"/>
          <ac:spMkLst>
            <pc:docMk/>
            <pc:sldMk cId="3560594296" sldId="298"/>
            <ac:spMk id="50" creationId="{44731EC2-BB44-B246-AA80-DD80CD77FF72}"/>
          </ac:spMkLst>
        </pc:spChg>
        <pc:picChg chg="del">
          <ac:chgData name="Rubio, Angel" userId="f551f9b7-999f-4af3-8cad-97f1558cb83a" providerId="ADAL" clId="{5B908A8D-DA67-456A-B052-9F77B137CE0D}" dt="2022-03-04T17:35:04.614" v="328" actId="478"/>
          <ac:picMkLst>
            <pc:docMk/>
            <pc:sldMk cId="3560594296" sldId="298"/>
            <ac:picMk id="49" creationId="{9B545213-C78A-B74F-9056-1213750587A5}"/>
          </ac:picMkLst>
        </pc:picChg>
        <pc:picChg chg="add mod">
          <ac:chgData name="Rubio, Angel" userId="f551f9b7-999f-4af3-8cad-97f1558cb83a" providerId="ADAL" clId="{5B908A8D-DA67-456A-B052-9F77B137CE0D}" dt="2022-03-04T17:35:28.164" v="333" actId="14100"/>
          <ac:picMkLst>
            <pc:docMk/>
            <pc:sldMk cId="3560594296" sldId="298"/>
            <ac:picMk id="4098" creationId="{1FC3365E-A44F-4B0B-9E98-91117D5B93DF}"/>
          </ac:picMkLst>
        </pc:picChg>
      </pc:sldChg>
      <pc:sldChg chg="mod modShow">
        <pc:chgData name="Rubio, Angel" userId="f551f9b7-999f-4af3-8cad-97f1558cb83a" providerId="ADAL" clId="{5B908A8D-DA67-456A-B052-9F77B137CE0D}" dt="2022-03-08T16:45:36.086" v="3532" actId="729"/>
        <pc:sldMkLst>
          <pc:docMk/>
          <pc:sldMk cId="1624191832" sldId="300"/>
        </pc:sldMkLst>
      </pc:sldChg>
      <pc:sldChg chg="mod modShow modNotesTx">
        <pc:chgData name="Rubio, Angel" userId="f551f9b7-999f-4af3-8cad-97f1558cb83a" providerId="ADAL" clId="{5B908A8D-DA67-456A-B052-9F77B137CE0D}" dt="2022-03-08T16:46:18.671" v="3534" actId="729"/>
        <pc:sldMkLst>
          <pc:docMk/>
          <pc:sldMk cId="424072045" sldId="302"/>
        </pc:sldMkLst>
      </pc:sldChg>
      <pc:sldChg chg="modSp mod modShow modNotesTx">
        <pc:chgData name="Rubio, Angel" userId="f551f9b7-999f-4af3-8cad-97f1558cb83a" providerId="ADAL" clId="{5B908A8D-DA67-456A-B052-9F77B137CE0D}" dt="2022-03-08T16:46:18.671" v="3534" actId="729"/>
        <pc:sldMkLst>
          <pc:docMk/>
          <pc:sldMk cId="2952520445" sldId="303"/>
        </pc:sldMkLst>
        <pc:spChg chg="mod">
          <ac:chgData name="Rubio, Angel" userId="f551f9b7-999f-4af3-8cad-97f1558cb83a" providerId="ADAL" clId="{5B908A8D-DA67-456A-B052-9F77B137CE0D}" dt="2022-03-04T17:08:01.621" v="166" actId="20577"/>
          <ac:spMkLst>
            <pc:docMk/>
            <pc:sldMk cId="2952520445" sldId="303"/>
            <ac:spMk id="5" creationId="{D22A44F8-FB51-0541-8956-385E32BED20F}"/>
          </ac:spMkLst>
        </pc:spChg>
      </pc:sldChg>
      <pc:sldChg chg="modSp mod modShow modNotesTx">
        <pc:chgData name="Rubio, Angel" userId="f551f9b7-999f-4af3-8cad-97f1558cb83a" providerId="ADAL" clId="{5B908A8D-DA67-456A-B052-9F77B137CE0D}" dt="2022-03-08T16:46:18.671" v="3534" actId="729"/>
        <pc:sldMkLst>
          <pc:docMk/>
          <pc:sldMk cId="3647208046" sldId="304"/>
        </pc:sldMkLst>
        <pc:spChg chg="mod">
          <ac:chgData name="Rubio, Angel" userId="f551f9b7-999f-4af3-8cad-97f1558cb83a" providerId="ADAL" clId="{5B908A8D-DA67-456A-B052-9F77B137CE0D}" dt="2022-03-04T17:09:46.570" v="183" actId="20577"/>
          <ac:spMkLst>
            <pc:docMk/>
            <pc:sldMk cId="3647208046" sldId="304"/>
            <ac:spMk id="5" creationId="{D22A44F8-FB51-0541-8956-385E32BED20F}"/>
          </ac:spMkLst>
        </pc:spChg>
      </pc:sldChg>
      <pc:sldChg chg="mod modShow modNotesTx">
        <pc:chgData name="Rubio, Angel" userId="f551f9b7-999f-4af3-8cad-97f1558cb83a" providerId="ADAL" clId="{5B908A8D-DA67-456A-B052-9F77B137CE0D}" dt="2022-03-08T16:46:18.671" v="3534" actId="729"/>
        <pc:sldMkLst>
          <pc:docMk/>
          <pc:sldMk cId="4291745355" sldId="305"/>
        </pc:sldMkLst>
      </pc:sldChg>
      <pc:sldChg chg="modSp mod modShow">
        <pc:chgData name="Rubio, Angel" userId="f551f9b7-999f-4af3-8cad-97f1558cb83a" providerId="ADAL" clId="{5B908A8D-DA67-456A-B052-9F77B137CE0D}" dt="2022-03-08T16:45:52.295" v="3533" actId="729"/>
        <pc:sldMkLst>
          <pc:docMk/>
          <pc:sldMk cId="3998545770" sldId="307"/>
        </pc:sldMkLst>
        <pc:picChg chg="mod">
          <ac:chgData name="Rubio, Angel" userId="f551f9b7-999f-4af3-8cad-97f1558cb83a" providerId="ADAL" clId="{5B908A8D-DA67-456A-B052-9F77B137CE0D}" dt="2022-03-04T17:06:21.462" v="163" actId="14100"/>
          <ac:picMkLst>
            <pc:docMk/>
            <pc:sldMk cId="3998545770" sldId="307"/>
            <ac:picMk id="5" creationId="{AECDB961-9441-944A-A220-605E01D5925A}"/>
          </ac:picMkLst>
        </pc:picChg>
      </pc:sldChg>
      <pc:sldChg chg="modNotesTx">
        <pc:chgData name="Rubio, Angel" userId="f551f9b7-999f-4af3-8cad-97f1558cb83a" providerId="ADAL" clId="{5B908A8D-DA67-456A-B052-9F77B137CE0D}" dt="2022-03-08T16:33:59.758" v="2419" actId="20577"/>
        <pc:sldMkLst>
          <pc:docMk/>
          <pc:sldMk cId="2097972282" sldId="309"/>
        </pc:sldMkLst>
      </pc:sldChg>
      <pc:sldChg chg="modSp mod">
        <pc:chgData name="Rubio, Angel" userId="f551f9b7-999f-4af3-8cad-97f1558cb83a" providerId="ADAL" clId="{5B908A8D-DA67-456A-B052-9F77B137CE0D}" dt="2022-03-08T16:31:09.964" v="2389" actId="20577"/>
        <pc:sldMkLst>
          <pc:docMk/>
          <pc:sldMk cId="3075523887" sldId="310"/>
        </pc:sldMkLst>
        <pc:spChg chg="mod">
          <ac:chgData name="Rubio, Angel" userId="f551f9b7-999f-4af3-8cad-97f1558cb83a" providerId="ADAL" clId="{5B908A8D-DA67-456A-B052-9F77B137CE0D}" dt="2022-03-08T16:31:09.964" v="2389" actId="20577"/>
          <ac:spMkLst>
            <pc:docMk/>
            <pc:sldMk cId="3075523887" sldId="310"/>
            <ac:spMk id="11" creationId="{2082EF87-C90C-4BFD-A427-F5FE4F7FB180}"/>
          </ac:spMkLst>
        </pc:spChg>
      </pc:sldChg>
      <pc:sldChg chg="modSp mod modNotesTx">
        <pc:chgData name="Rubio, Angel" userId="f551f9b7-999f-4af3-8cad-97f1558cb83a" providerId="ADAL" clId="{5B908A8D-DA67-456A-B052-9F77B137CE0D}" dt="2022-03-08T16:12:05.208" v="1449" actId="20577"/>
        <pc:sldMkLst>
          <pc:docMk/>
          <pc:sldMk cId="4231816448" sldId="313"/>
        </pc:sldMkLst>
        <pc:spChg chg="mod">
          <ac:chgData name="Rubio, Angel" userId="f551f9b7-999f-4af3-8cad-97f1558cb83a" providerId="ADAL" clId="{5B908A8D-DA67-456A-B052-9F77B137CE0D}" dt="2022-03-08T16:11:23.340" v="1298" actId="20577"/>
          <ac:spMkLst>
            <pc:docMk/>
            <pc:sldMk cId="4231816448" sldId="313"/>
            <ac:spMk id="10" creationId="{4AEAB733-5EB3-4CC6-907A-0EC1B427913E}"/>
          </ac:spMkLst>
        </pc:spChg>
      </pc:sldChg>
      <pc:sldChg chg="addSp delSp modSp mod modNotesTx">
        <pc:chgData name="Rubio, Angel" userId="f551f9b7-999f-4af3-8cad-97f1558cb83a" providerId="ADAL" clId="{5B908A8D-DA67-456A-B052-9F77B137CE0D}" dt="2022-03-08T16:16:24.267" v="1862" actId="6549"/>
        <pc:sldMkLst>
          <pc:docMk/>
          <pc:sldMk cId="2626571841" sldId="314"/>
        </pc:sldMkLst>
        <pc:spChg chg="mod">
          <ac:chgData name="Rubio, Angel" userId="f551f9b7-999f-4af3-8cad-97f1558cb83a" providerId="ADAL" clId="{5B908A8D-DA67-456A-B052-9F77B137CE0D}" dt="2022-03-08T16:16:24.267" v="1862" actId="6549"/>
          <ac:spMkLst>
            <pc:docMk/>
            <pc:sldMk cId="2626571841" sldId="314"/>
            <ac:spMk id="10" creationId="{4AEAB733-5EB3-4CC6-907A-0EC1B427913E}"/>
          </ac:spMkLst>
        </pc:spChg>
        <pc:picChg chg="add mod">
          <ac:chgData name="Rubio, Angel" userId="f551f9b7-999f-4af3-8cad-97f1558cb83a" providerId="ADAL" clId="{5B908A8D-DA67-456A-B052-9F77B137CE0D}" dt="2022-03-04T16:43:00.203" v="16" actId="1076"/>
          <ac:picMkLst>
            <pc:docMk/>
            <pc:sldMk cId="2626571841" sldId="314"/>
            <ac:picMk id="12" creationId="{F7AE3BAE-E411-4271-B443-CFD74D533B67}"/>
          </ac:picMkLst>
        </pc:picChg>
        <pc:picChg chg="add del">
          <ac:chgData name="Rubio, Angel" userId="f551f9b7-999f-4af3-8cad-97f1558cb83a" providerId="ADAL" clId="{5B908A8D-DA67-456A-B052-9F77B137CE0D}" dt="2022-03-04T16:42:32.948" v="13" actId="478"/>
          <ac:picMkLst>
            <pc:docMk/>
            <pc:sldMk cId="2626571841" sldId="314"/>
            <ac:picMk id="2050" creationId="{C3DE041D-8086-4D0C-89FF-1DE5DFF93091}"/>
          </ac:picMkLst>
        </pc:picChg>
        <pc:picChg chg="del">
          <ac:chgData name="Rubio, Angel" userId="f551f9b7-999f-4af3-8cad-97f1558cb83a" providerId="ADAL" clId="{5B908A8D-DA67-456A-B052-9F77B137CE0D}" dt="2022-03-04T16:41:56.776" v="10" actId="478"/>
          <ac:picMkLst>
            <pc:docMk/>
            <pc:sldMk cId="2626571841" sldId="314"/>
            <ac:picMk id="7170" creationId="{FFFD16D3-D3CE-4F75-941E-688920089A25}"/>
          </ac:picMkLst>
        </pc:picChg>
      </pc:sldChg>
      <pc:sldChg chg="addSp delSp modSp mod modNotesTx">
        <pc:chgData name="Rubio, Angel" userId="f551f9b7-999f-4af3-8cad-97f1558cb83a" providerId="ADAL" clId="{5B908A8D-DA67-456A-B052-9F77B137CE0D}" dt="2022-03-08T16:14:54.104" v="1739" actId="113"/>
        <pc:sldMkLst>
          <pc:docMk/>
          <pc:sldMk cId="476152256" sldId="316"/>
        </pc:sldMkLst>
        <pc:spChg chg="mod">
          <ac:chgData name="Rubio, Angel" userId="f551f9b7-999f-4af3-8cad-97f1558cb83a" providerId="ADAL" clId="{5B908A8D-DA67-456A-B052-9F77B137CE0D}" dt="2022-03-08T16:14:54.104" v="1739" actId="113"/>
          <ac:spMkLst>
            <pc:docMk/>
            <pc:sldMk cId="476152256" sldId="316"/>
            <ac:spMk id="10" creationId="{4AEAB733-5EB3-4CC6-907A-0EC1B427913E}"/>
          </ac:spMkLst>
        </pc:spChg>
        <pc:picChg chg="add mod">
          <ac:chgData name="Rubio, Angel" userId="f551f9b7-999f-4af3-8cad-97f1558cb83a" providerId="ADAL" clId="{5B908A8D-DA67-456A-B052-9F77B137CE0D}" dt="2022-03-04T16:42:25.411" v="12" actId="732"/>
          <ac:picMkLst>
            <pc:docMk/>
            <pc:sldMk cId="476152256" sldId="316"/>
            <ac:picMk id="1026" creationId="{02E926E5-47BE-4660-964F-CF0C5226D741}"/>
          </ac:picMkLst>
        </pc:picChg>
        <pc:picChg chg="del">
          <ac:chgData name="Rubio, Angel" userId="f551f9b7-999f-4af3-8cad-97f1558cb83a" providerId="ADAL" clId="{5B908A8D-DA67-456A-B052-9F77B137CE0D}" dt="2022-03-04T16:40:46.101" v="1" actId="478"/>
          <ac:picMkLst>
            <pc:docMk/>
            <pc:sldMk cId="476152256" sldId="316"/>
            <ac:picMk id="5122" creationId="{4C6C8F18-CC00-4189-8FC8-4213DCD982AA}"/>
          </ac:picMkLst>
        </pc:picChg>
        <pc:picChg chg="del">
          <ac:chgData name="Rubio, Angel" userId="f551f9b7-999f-4af3-8cad-97f1558cb83a" providerId="ADAL" clId="{5B908A8D-DA67-456A-B052-9F77B137CE0D}" dt="2022-03-04T16:40:47.223" v="2" actId="478"/>
          <ac:picMkLst>
            <pc:docMk/>
            <pc:sldMk cId="476152256" sldId="316"/>
            <ac:picMk id="5124" creationId="{60C701A5-F853-41B7-BCC0-6A3B1CCB7012}"/>
          </ac:picMkLst>
        </pc:picChg>
      </pc:sldChg>
      <pc:sldChg chg="del">
        <pc:chgData name="Rubio, Angel" userId="f551f9b7-999f-4af3-8cad-97f1558cb83a" providerId="ADAL" clId="{5B908A8D-DA67-456A-B052-9F77B137CE0D}" dt="2022-03-04T16:57:20.377" v="134" actId="47"/>
        <pc:sldMkLst>
          <pc:docMk/>
          <pc:sldMk cId="2686666832" sldId="318"/>
        </pc:sldMkLst>
      </pc:sldChg>
      <pc:sldChg chg="new del">
        <pc:chgData name="Rubio, Angel" userId="f551f9b7-999f-4af3-8cad-97f1558cb83a" providerId="ADAL" clId="{5B908A8D-DA67-456A-B052-9F77B137CE0D}" dt="2022-03-04T16:45:44.521" v="20" actId="47"/>
        <pc:sldMkLst>
          <pc:docMk/>
          <pc:sldMk cId="4136533992" sldId="323"/>
        </pc:sldMkLst>
      </pc:sldChg>
      <pc:sldChg chg="addSp delSp modSp add mod modNotesTx">
        <pc:chgData name="Rubio, Angel" userId="f551f9b7-999f-4af3-8cad-97f1558cb83a" providerId="ADAL" clId="{5B908A8D-DA67-456A-B052-9F77B137CE0D}" dt="2022-03-08T16:30:05.633" v="2223" actId="20577"/>
        <pc:sldMkLst>
          <pc:docMk/>
          <pc:sldMk cId="3133093692" sldId="324"/>
        </pc:sldMkLst>
        <pc:spChg chg="del">
          <ac:chgData name="Rubio, Angel" userId="f551f9b7-999f-4af3-8cad-97f1558cb83a" providerId="ADAL" clId="{5B908A8D-DA67-456A-B052-9F77B137CE0D}" dt="2022-03-04T16:46:07.817" v="52" actId="478"/>
          <ac:spMkLst>
            <pc:docMk/>
            <pc:sldMk cId="3133093692" sldId="324"/>
            <ac:spMk id="5" creationId="{6E254BF1-346A-E848-9E54-FC026EE4A5CC}"/>
          </ac:spMkLst>
        </pc:spChg>
        <pc:spChg chg="mod">
          <ac:chgData name="Rubio, Angel" userId="f551f9b7-999f-4af3-8cad-97f1558cb83a" providerId="ADAL" clId="{5B908A8D-DA67-456A-B052-9F77B137CE0D}" dt="2022-03-04T16:45:56.151" v="48" actId="20577"/>
          <ac:spMkLst>
            <pc:docMk/>
            <pc:sldMk cId="3133093692" sldId="324"/>
            <ac:spMk id="9" creationId="{00000000-0000-0000-0000-000000000000}"/>
          </ac:spMkLst>
        </pc:spChg>
        <pc:spChg chg="del">
          <ac:chgData name="Rubio, Angel" userId="f551f9b7-999f-4af3-8cad-97f1558cb83a" providerId="ADAL" clId="{5B908A8D-DA67-456A-B052-9F77B137CE0D}" dt="2022-03-04T16:46:02.437" v="49" actId="478"/>
          <ac:spMkLst>
            <pc:docMk/>
            <pc:sldMk cId="3133093692" sldId="324"/>
            <ac:spMk id="22" creationId="{71F77B75-5FB0-3445-AD3C-41EC60E92F3D}"/>
          </ac:spMkLst>
        </pc:spChg>
        <pc:picChg chg="add mod">
          <ac:chgData name="Rubio, Angel" userId="f551f9b7-999f-4af3-8cad-97f1558cb83a" providerId="ADAL" clId="{5B908A8D-DA67-456A-B052-9F77B137CE0D}" dt="2022-03-04T16:47:30.217" v="55" actId="1076"/>
          <ac:picMkLst>
            <pc:docMk/>
            <pc:sldMk cId="3133093692" sldId="324"/>
            <ac:picMk id="2" creationId="{E12F3994-28EE-44A7-8766-F5ABD6053481}"/>
          </ac:picMkLst>
        </pc:picChg>
        <pc:picChg chg="del">
          <ac:chgData name="Rubio, Angel" userId="f551f9b7-999f-4af3-8cad-97f1558cb83a" providerId="ADAL" clId="{5B908A8D-DA67-456A-B052-9F77B137CE0D}" dt="2022-03-04T16:46:05.732" v="51" actId="478"/>
          <ac:picMkLst>
            <pc:docMk/>
            <pc:sldMk cId="3133093692" sldId="324"/>
            <ac:picMk id="17" creationId="{F298E776-3D6F-4F46-AF58-8742527A5600}"/>
          </ac:picMkLst>
        </pc:picChg>
        <pc:picChg chg="del">
          <ac:chgData name="Rubio, Angel" userId="f551f9b7-999f-4af3-8cad-97f1558cb83a" providerId="ADAL" clId="{5B908A8D-DA67-456A-B052-9F77B137CE0D}" dt="2022-03-04T16:46:04.354" v="50" actId="478"/>
          <ac:picMkLst>
            <pc:docMk/>
            <pc:sldMk cId="3133093692" sldId="324"/>
            <ac:picMk id="15362" creationId="{8B10DC5A-50F0-B74E-9D80-E083D6CF98CE}"/>
          </ac:picMkLst>
        </pc:picChg>
      </pc:sldChg>
      <pc:sldChg chg="modSp add mod ord">
        <pc:chgData name="Rubio, Angel" userId="f551f9b7-999f-4af3-8cad-97f1558cb83a" providerId="ADAL" clId="{5B908A8D-DA67-456A-B052-9F77B137CE0D}" dt="2022-03-04T16:56:47.021" v="128" actId="207"/>
        <pc:sldMkLst>
          <pc:docMk/>
          <pc:sldMk cId="1451299341" sldId="325"/>
        </pc:sldMkLst>
        <pc:spChg chg="mod">
          <ac:chgData name="Rubio, Angel" userId="f551f9b7-999f-4af3-8cad-97f1558cb83a" providerId="ADAL" clId="{5B908A8D-DA67-456A-B052-9F77B137CE0D}" dt="2022-03-04T16:56:47.021" v="128" actId="207"/>
          <ac:spMkLst>
            <pc:docMk/>
            <pc:sldMk cId="1451299341" sldId="325"/>
            <ac:spMk id="2" creationId="{D645C6E5-823D-4A4B-892D-A168CF6B8C1E}"/>
          </ac:spMkLst>
        </pc:spChg>
      </pc:sldChg>
      <pc:sldChg chg="modSp add mod ord">
        <pc:chgData name="Rubio, Angel" userId="f551f9b7-999f-4af3-8cad-97f1558cb83a" providerId="ADAL" clId="{5B908A8D-DA67-456A-B052-9F77B137CE0D}" dt="2022-03-04T16:57:12.323" v="133" actId="207"/>
        <pc:sldMkLst>
          <pc:docMk/>
          <pc:sldMk cId="2975795713" sldId="326"/>
        </pc:sldMkLst>
        <pc:spChg chg="mod">
          <ac:chgData name="Rubio, Angel" userId="f551f9b7-999f-4af3-8cad-97f1558cb83a" providerId="ADAL" clId="{5B908A8D-DA67-456A-B052-9F77B137CE0D}" dt="2022-03-04T16:57:12.323" v="133" actId="207"/>
          <ac:spMkLst>
            <pc:docMk/>
            <pc:sldMk cId="2975795713" sldId="326"/>
            <ac:spMk id="2" creationId="{D645C6E5-823D-4A4B-892D-A168CF6B8C1E}"/>
          </ac:spMkLst>
        </pc:spChg>
      </pc:sldChg>
      <pc:sldChg chg="modSp add mod ord setBg">
        <pc:chgData name="Rubio, Angel" userId="f551f9b7-999f-4af3-8cad-97f1558cb83a" providerId="ADAL" clId="{5B908A8D-DA67-456A-B052-9F77B137CE0D}" dt="2022-03-04T17:16:36.129" v="309" actId="14100"/>
        <pc:sldMkLst>
          <pc:docMk/>
          <pc:sldMk cId="3406039169" sldId="327"/>
        </pc:sldMkLst>
        <pc:spChg chg="mod">
          <ac:chgData name="Rubio, Angel" userId="f551f9b7-999f-4af3-8cad-97f1558cb83a" providerId="ADAL" clId="{5B908A8D-DA67-456A-B052-9F77B137CE0D}" dt="2022-03-04T17:16:36.129" v="309" actId="14100"/>
          <ac:spMkLst>
            <pc:docMk/>
            <pc:sldMk cId="3406039169" sldId="327"/>
            <ac:spMk id="4" creationId="{00000000-0000-0000-0000-000000000000}"/>
          </ac:spMkLst>
        </pc:spChg>
        <pc:spChg chg="mod">
          <ac:chgData name="Rubio, Angel" userId="f551f9b7-999f-4af3-8cad-97f1558cb83a" providerId="ADAL" clId="{5B908A8D-DA67-456A-B052-9F77B137CE0D}" dt="2022-03-04T17:11:57.254" v="200" actId="20577"/>
          <ac:spMkLst>
            <pc:docMk/>
            <pc:sldMk cId="3406039169" sldId="327"/>
            <ac:spMk id="5" creationId="{00000000-0000-0000-0000-000000000000}"/>
          </ac:spMkLst>
        </pc:spChg>
        <pc:grpChg chg="mod">
          <ac:chgData name="Rubio, Angel" userId="f551f9b7-999f-4af3-8cad-97f1558cb83a" providerId="ADAL" clId="{5B908A8D-DA67-456A-B052-9F77B137CE0D}" dt="2022-03-04T17:16:12.992" v="303" actId="14100"/>
          <ac:grpSpMkLst>
            <pc:docMk/>
            <pc:sldMk cId="3406039169" sldId="327"/>
            <ac:grpSpMk id="3" creationId="{00000000-0000-0000-0000-000000000000}"/>
          </ac:grpSpMkLst>
        </pc:grpChg>
      </pc:sldChg>
      <pc:sldChg chg="add ord">
        <pc:chgData name="Rubio, Angel" userId="f551f9b7-999f-4af3-8cad-97f1558cb83a" providerId="ADAL" clId="{5B908A8D-DA67-456A-B052-9F77B137CE0D}" dt="2022-03-08T16:39:43.939" v="2932"/>
        <pc:sldMkLst>
          <pc:docMk/>
          <pc:sldMk cId="4158829516" sldId="328"/>
        </pc:sldMkLst>
      </pc:sldChg>
    </pc:docChg>
  </pc:docChgLst>
  <pc:docChgLst>
    <pc:chgData name="Angel Rubio Diaz-Cordoves" userId="f551f9b7-999f-4af3-8cad-97f1558cb83a" providerId="ADAL" clId="{E66FA940-4D46-4C1A-B325-C784659E71BF}"/>
    <pc:docChg chg="undo custSel addSld delSld modSld sldOrd">
      <pc:chgData name="Angel Rubio Diaz-Cordoves" userId="f551f9b7-999f-4af3-8cad-97f1558cb83a" providerId="ADAL" clId="{E66FA940-4D46-4C1A-B325-C784659E71BF}" dt="2024-06-12T15:18:39.372" v="4660" actId="20577"/>
      <pc:docMkLst>
        <pc:docMk/>
      </pc:docMkLst>
      <pc:sldChg chg="modSp mod modNotesTx">
        <pc:chgData name="Angel Rubio Diaz-Cordoves" userId="f551f9b7-999f-4af3-8cad-97f1558cb83a" providerId="ADAL" clId="{E66FA940-4D46-4C1A-B325-C784659E71BF}" dt="2024-06-10T08:17:36.953" v="4138" actId="20577"/>
        <pc:sldMkLst>
          <pc:docMk/>
          <pc:sldMk cId="0" sldId="257"/>
        </pc:sldMkLst>
        <pc:spChg chg="mod">
          <ac:chgData name="Angel Rubio Diaz-Cordoves" userId="f551f9b7-999f-4af3-8cad-97f1558cb83a" providerId="ADAL" clId="{E66FA940-4D46-4C1A-B325-C784659E71BF}" dt="2024-06-10T07:02:03.101" v="3767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Angel Rubio Diaz-Cordoves" userId="f551f9b7-999f-4af3-8cad-97f1558cb83a" providerId="ADAL" clId="{E66FA940-4D46-4C1A-B325-C784659E71BF}" dt="2024-06-09T10:42:41.709" v="303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ngel Rubio Diaz-Cordoves" userId="f551f9b7-999f-4af3-8cad-97f1558cb83a" providerId="ADAL" clId="{E66FA940-4D46-4C1A-B325-C784659E71BF}" dt="2024-06-09T11:56:08.506" v="3127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ngel Rubio Diaz-Cordoves" userId="f551f9b7-999f-4af3-8cad-97f1558cb83a" providerId="ADAL" clId="{E66FA940-4D46-4C1A-B325-C784659E71BF}" dt="2024-06-09T11:56:17.793" v="3154" actId="20577"/>
          <ac:spMkLst>
            <pc:docMk/>
            <pc:sldMk cId="0" sldId="257"/>
            <ac:spMk id="12" creationId="{00000000-0000-0000-0000-000000000000}"/>
          </ac:spMkLst>
        </pc:spChg>
      </pc:sldChg>
      <pc:sldChg chg="del">
        <pc:chgData name="Angel Rubio Diaz-Cordoves" userId="f551f9b7-999f-4af3-8cad-97f1558cb83a" providerId="ADAL" clId="{E66FA940-4D46-4C1A-B325-C784659E71BF}" dt="2024-06-09T11:53:34.443" v="2965" actId="47"/>
        <pc:sldMkLst>
          <pc:docMk/>
          <pc:sldMk cId="0" sldId="259"/>
        </pc:sldMkLst>
      </pc:sldChg>
      <pc:sldChg chg="del">
        <pc:chgData name="Angel Rubio Diaz-Cordoves" userId="f551f9b7-999f-4af3-8cad-97f1558cb83a" providerId="ADAL" clId="{E66FA940-4D46-4C1A-B325-C784659E71BF}" dt="2024-06-09T11:53:51.916" v="2988" actId="47"/>
        <pc:sldMkLst>
          <pc:docMk/>
          <pc:sldMk cId="0" sldId="262"/>
        </pc:sldMkLst>
      </pc:sldChg>
      <pc:sldChg chg="del">
        <pc:chgData name="Angel Rubio Diaz-Cordoves" userId="f551f9b7-999f-4af3-8cad-97f1558cb83a" providerId="ADAL" clId="{E66FA940-4D46-4C1A-B325-C784659E71BF}" dt="2024-06-09T11:53:36.693" v="2966" actId="47"/>
        <pc:sldMkLst>
          <pc:docMk/>
          <pc:sldMk cId="3991388156" sldId="283"/>
        </pc:sldMkLst>
      </pc:sldChg>
      <pc:sldChg chg="del">
        <pc:chgData name="Angel Rubio Diaz-Cordoves" userId="f551f9b7-999f-4af3-8cad-97f1558cb83a" providerId="ADAL" clId="{E66FA940-4D46-4C1A-B325-C784659E71BF}" dt="2024-06-09T11:53:52.439" v="2989" actId="47"/>
        <pc:sldMkLst>
          <pc:docMk/>
          <pc:sldMk cId="1331315295" sldId="284"/>
        </pc:sldMkLst>
      </pc:sldChg>
      <pc:sldChg chg="del">
        <pc:chgData name="Angel Rubio Diaz-Cordoves" userId="f551f9b7-999f-4af3-8cad-97f1558cb83a" providerId="ADAL" clId="{E66FA940-4D46-4C1A-B325-C784659E71BF}" dt="2024-06-09T11:53:53.014" v="2990" actId="47"/>
        <pc:sldMkLst>
          <pc:docMk/>
          <pc:sldMk cId="2918606197" sldId="285"/>
        </pc:sldMkLst>
      </pc:sldChg>
      <pc:sldChg chg="del">
        <pc:chgData name="Angel Rubio Diaz-Cordoves" userId="f551f9b7-999f-4af3-8cad-97f1558cb83a" providerId="ADAL" clId="{E66FA940-4D46-4C1A-B325-C784659E71BF}" dt="2024-06-09T11:53:53.469" v="2991" actId="47"/>
        <pc:sldMkLst>
          <pc:docMk/>
          <pc:sldMk cId="1827491019" sldId="286"/>
        </pc:sldMkLst>
      </pc:sldChg>
      <pc:sldChg chg="del">
        <pc:chgData name="Angel Rubio Diaz-Cordoves" userId="f551f9b7-999f-4af3-8cad-97f1558cb83a" providerId="ADAL" clId="{E66FA940-4D46-4C1A-B325-C784659E71BF}" dt="2024-06-09T11:53:55.028" v="2994" actId="47"/>
        <pc:sldMkLst>
          <pc:docMk/>
          <pc:sldMk cId="3920341670" sldId="288"/>
        </pc:sldMkLst>
      </pc:sldChg>
      <pc:sldChg chg="del">
        <pc:chgData name="Angel Rubio Diaz-Cordoves" userId="f551f9b7-999f-4af3-8cad-97f1558cb83a" providerId="ADAL" clId="{E66FA940-4D46-4C1A-B325-C784659E71BF}" dt="2024-06-09T11:53:55.601" v="2995" actId="47"/>
        <pc:sldMkLst>
          <pc:docMk/>
          <pc:sldMk cId="2171540677" sldId="289"/>
        </pc:sldMkLst>
      </pc:sldChg>
      <pc:sldChg chg="del">
        <pc:chgData name="Angel Rubio Diaz-Cordoves" userId="f551f9b7-999f-4af3-8cad-97f1558cb83a" providerId="ADAL" clId="{E66FA940-4D46-4C1A-B325-C784659E71BF}" dt="2024-06-09T11:53:48.996" v="2983" actId="47"/>
        <pc:sldMkLst>
          <pc:docMk/>
          <pc:sldMk cId="1920701312" sldId="290"/>
        </pc:sldMkLst>
      </pc:sldChg>
      <pc:sldChg chg="del">
        <pc:chgData name="Angel Rubio Diaz-Cordoves" userId="f551f9b7-999f-4af3-8cad-97f1558cb83a" providerId="ADAL" clId="{E66FA940-4D46-4C1A-B325-C784659E71BF}" dt="2024-06-09T11:53:56.765" v="2997" actId="47"/>
        <pc:sldMkLst>
          <pc:docMk/>
          <pc:sldMk cId="1622033537" sldId="291"/>
        </pc:sldMkLst>
      </pc:sldChg>
      <pc:sldChg chg="del">
        <pc:chgData name="Angel Rubio Diaz-Cordoves" userId="f551f9b7-999f-4af3-8cad-97f1558cb83a" providerId="ADAL" clId="{E66FA940-4D46-4C1A-B325-C784659E71BF}" dt="2024-06-09T11:53:42.503" v="2973" actId="47"/>
        <pc:sldMkLst>
          <pc:docMk/>
          <pc:sldMk cId="2240504046" sldId="292"/>
        </pc:sldMkLst>
      </pc:sldChg>
      <pc:sldChg chg="del">
        <pc:chgData name="Angel Rubio Diaz-Cordoves" userId="f551f9b7-999f-4af3-8cad-97f1558cb83a" providerId="ADAL" clId="{E66FA940-4D46-4C1A-B325-C784659E71BF}" dt="2024-06-09T11:53:44.826" v="2976" actId="47"/>
        <pc:sldMkLst>
          <pc:docMk/>
          <pc:sldMk cId="1435838519" sldId="293"/>
        </pc:sldMkLst>
      </pc:sldChg>
      <pc:sldChg chg="del">
        <pc:chgData name="Angel Rubio Diaz-Cordoves" userId="f551f9b7-999f-4af3-8cad-97f1558cb83a" providerId="ADAL" clId="{E66FA940-4D46-4C1A-B325-C784659E71BF}" dt="2024-06-09T11:53:53.992" v="2992" actId="47"/>
        <pc:sldMkLst>
          <pc:docMk/>
          <pc:sldMk cId="1810258011" sldId="295"/>
        </pc:sldMkLst>
      </pc:sldChg>
      <pc:sldChg chg="del">
        <pc:chgData name="Angel Rubio Diaz-Cordoves" userId="f551f9b7-999f-4af3-8cad-97f1558cb83a" providerId="ADAL" clId="{E66FA940-4D46-4C1A-B325-C784659E71BF}" dt="2024-06-09T11:53:54.532" v="2993" actId="47"/>
        <pc:sldMkLst>
          <pc:docMk/>
          <pc:sldMk cId="2970230394" sldId="297"/>
        </pc:sldMkLst>
      </pc:sldChg>
      <pc:sldChg chg="del">
        <pc:chgData name="Angel Rubio Diaz-Cordoves" userId="f551f9b7-999f-4af3-8cad-97f1558cb83a" providerId="ADAL" clId="{E66FA940-4D46-4C1A-B325-C784659E71BF}" dt="2024-06-09T11:53:50.105" v="2985" actId="47"/>
        <pc:sldMkLst>
          <pc:docMk/>
          <pc:sldMk cId="3560594296" sldId="298"/>
        </pc:sldMkLst>
      </pc:sldChg>
      <pc:sldChg chg="del">
        <pc:chgData name="Angel Rubio Diaz-Cordoves" userId="f551f9b7-999f-4af3-8cad-97f1558cb83a" providerId="ADAL" clId="{E66FA940-4D46-4C1A-B325-C784659E71BF}" dt="2024-06-09T11:53:56.141" v="2996" actId="47"/>
        <pc:sldMkLst>
          <pc:docMk/>
          <pc:sldMk cId="862022521" sldId="301"/>
        </pc:sldMkLst>
      </pc:sldChg>
      <pc:sldChg chg="del">
        <pc:chgData name="Angel Rubio Diaz-Cordoves" userId="f551f9b7-999f-4af3-8cad-97f1558cb83a" providerId="ADAL" clId="{E66FA940-4D46-4C1A-B325-C784659E71BF}" dt="2024-06-09T11:53:58.602" v="3000" actId="47"/>
        <pc:sldMkLst>
          <pc:docMk/>
          <pc:sldMk cId="2952520445" sldId="303"/>
        </pc:sldMkLst>
      </pc:sldChg>
      <pc:sldChg chg="del">
        <pc:chgData name="Angel Rubio Diaz-Cordoves" userId="f551f9b7-999f-4af3-8cad-97f1558cb83a" providerId="ADAL" clId="{E66FA940-4D46-4C1A-B325-C784659E71BF}" dt="2024-06-09T11:53:48.493" v="2982" actId="47"/>
        <pc:sldMkLst>
          <pc:docMk/>
          <pc:sldMk cId="2097972282" sldId="309"/>
        </pc:sldMkLst>
      </pc:sldChg>
      <pc:sldChg chg="del">
        <pc:chgData name="Angel Rubio Diaz-Cordoves" userId="f551f9b7-999f-4af3-8cad-97f1558cb83a" providerId="ADAL" clId="{E66FA940-4D46-4C1A-B325-C784659E71BF}" dt="2024-06-09T11:53:47.946" v="2981" actId="47"/>
        <pc:sldMkLst>
          <pc:docMk/>
          <pc:sldMk cId="3075523887" sldId="310"/>
        </pc:sldMkLst>
      </pc:sldChg>
      <pc:sldChg chg="del">
        <pc:chgData name="Angel Rubio Diaz-Cordoves" userId="f551f9b7-999f-4af3-8cad-97f1558cb83a" providerId="ADAL" clId="{E66FA940-4D46-4C1A-B325-C784659E71BF}" dt="2024-06-09T11:53:37.704" v="2967" actId="47"/>
        <pc:sldMkLst>
          <pc:docMk/>
          <pc:sldMk cId="1953431035" sldId="312"/>
        </pc:sldMkLst>
      </pc:sldChg>
      <pc:sldChg chg="del">
        <pc:chgData name="Angel Rubio Diaz-Cordoves" userId="f551f9b7-999f-4af3-8cad-97f1558cb83a" providerId="ADAL" clId="{E66FA940-4D46-4C1A-B325-C784659E71BF}" dt="2024-06-09T11:53:38.633" v="2968" actId="47"/>
        <pc:sldMkLst>
          <pc:docMk/>
          <pc:sldMk cId="4231816448" sldId="313"/>
        </pc:sldMkLst>
      </pc:sldChg>
      <pc:sldChg chg="del">
        <pc:chgData name="Angel Rubio Diaz-Cordoves" userId="f551f9b7-999f-4af3-8cad-97f1558cb83a" providerId="ADAL" clId="{E66FA940-4D46-4C1A-B325-C784659E71BF}" dt="2024-06-09T11:53:40.925" v="2971" actId="47"/>
        <pc:sldMkLst>
          <pc:docMk/>
          <pc:sldMk cId="2626571841" sldId="314"/>
        </pc:sldMkLst>
      </pc:sldChg>
      <pc:sldChg chg="del">
        <pc:chgData name="Angel Rubio Diaz-Cordoves" userId="f551f9b7-999f-4af3-8cad-97f1558cb83a" providerId="ADAL" clId="{E66FA940-4D46-4C1A-B325-C784659E71BF}" dt="2024-06-09T11:53:39.485" v="2969" actId="47"/>
        <pc:sldMkLst>
          <pc:docMk/>
          <pc:sldMk cId="493104627" sldId="315"/>
        </pc:sldMkLst>
      </pc:sldChg>
      <pc:sldChg chg="del">
        <pc:chgData name="Angel Rubio Diaz-Cordoves" userId="f551f9b7-999f-4af3-8cad-97f1558cb83a" providerId="ADAL" clId="{E66FA940-4D46-4C1A-B325-C784659E71BF}" dt="2024-06-09T11:53:40.256" v="2970" actId="47"/>
        <pc:sldMkLst>
          <pc:docMk/>
          <pc:sldMk cId="476152256" sldId="316"/>
        </pc:sldMkLst>
      </pc:sldChg>
      <pc:sldChg chg="del">
        <pc:chgData name="Angel Rubio Diaz-Cordoves" userId="f551f9b7-999f-4af3-8cad-97f1558cb83a" providerId="ADAL" clId="{E66FA940-4D46-4C1A-B325-C784659E71BF}" dt="2024-06-09T11:53:41.722" v="2972" actId="47"/>
        <pc:sldMkLst>
          <pc:docMk/>
          <pc:sldMk cId="3830631130" sldId="317"/>
        </pc:sldMkLst>
      </pc:sldChg>
      <pc:sldChg chg="modSp mod">
        <pc:chgData name="Angel Rubio Diaz-Cordoves" userId="f551f9b7-999f-4af3-8cad-97f1558cb83a" providerId="ADAL" clId="{E66FA940-4D46-4C1A-B325-C784659E71BF}" dt="2024-06-09T11:55:09.684" v="3087" actId="6549"/>
        <pc:sldMkLst>
          <pc:docMk/>
          <pc:sldMk cId="2134758135" sldId="320"/>
        </pc:sldMkLst>
        <pc:spChg chg="mod">
          <ac:chgData name="Angel Rubio Diaz-Cordoves" userId="f551f9b7-999f-4af3-8cad-97f1558cb83a" providerId="ADAL" clId="{E66FA940-4D46-4C1A-B325-C784659E71BF}" dt="2024-06-09T11:55:09.684" v="3087" actId="6549"/>
          <ac:spMkLst>
            <pc:docMk/>
            <pc:sldMk cId="2134758135" sldId="320"/>
            <ac:spMk id="4" creationId="{5D64E173-FDE4-439D-96AA-3BE487111DAB}"/>
          </ac:spMkLst>
        </pc:spChg>
        <pc:spChg chg="mod">
          <ac:chgData name="Angel Rubio Diaz-Cordoves" userId="f551f9b7-999f-4af3-8cad-97f1558cb83a" providerId="ADAL" clId="{E66FA940-4D46-4C1A-B325-C784659E71BF}" dt="2024-06-09T10:36:49.352" v="29" actId="20577"/>
          <ac:spMkLst>
            <pc:docMk/>
            <pc:sldMk cId="2134758135" sldId="320"/>
            <ac:spMk id="11" creationId="{E54D72FD-6BFC-4C0A-A09B-FBF43B63780E}"/>
          </ac:spMkLst>
        </pc:spChg>
      </pc:sldChg>
      <pc:sldChg chg="del">
        <pc:chgData name="Angel Rubio Diaz-Cordoves" userId="f551f9b7-999f-4af3-8cad-97f1558cb83a" providerId="ADAL" clId="{E66FA940-4D46-4C1A-B325-C784659E71BF}" dt="2024-06-09T11:53:47.405" v="2980" actId="47"/>
        <pc:sldMkLst>
          <pc:docMk/>
          <pc:sldMk cId="3133093692" sldId="324"/>
        </pc:sldMkLst>
      </pc:sldChg>
      <pc:sldChg chg="del">
        <pc:chgData name="Angel Rubio Diaz-Cordoves" userId="f551f9b7-999f-4af3-8cad-97f1558cb83a" providerId="ADAL" clId="{E66FA940-4D46-4C1A-B325-C784659E71BF}" dt="2024-06-09T11:53:49.632" v="2984" actId="47"/>
        <pc:sldMkLst>
          <pc:docMk/>
          <pc:sldMk cId="1451299341" sldId="325"/>
        </pc:sldMkLst>
      </pc:sldChg>
      <pc:sldChg chg="del">
        <pc:chgData name="Angel Rubio Diaz-Cordoves" userId="f551f9b7-999f-4af3-8cad-97f1558cb83a" providerId="ADAL" clId="{E66FA940-4D46-4C1A-B325-C784659E71BF}" dt="2024-06-09T11:53:51.383" v="2987" actId="47"/>
        <pc:sldMkLst>
          <pc:docMk/>
          <pc:sldMk cId="2975795713" sldId="326"/>
        </pc:sldMkLst>
      </pc:sldChg>
      <pc:sldChg chg="del">
        <pc:chgData name="Angel Rubio Diaz-Cordoves" userId="f551f9b7-999f-4af3-8cad-97f1558cb83a" providerId="ADAL" clId="{E66FA940-4D46-4C1A-B325-C784659E71BF}" dt="2024-06-09T11:53:57.315" v="2998" actId="47"/>
        <pc:sldMkLst>
          <pc:docMk/>
          <pc:sldMk cId="3406039169" sldId="327"/>
        </pc:sldMkLst>
      </pc:sldChg>
      <pc:sldChg chg="del">
        <pc:chgData name="Angel Rubio Diaz-Cordoves" userId="f551f9b7-999f-4af3-8cad-97f1558cb83a" providerId="ADAL" clId="{E66FA940-4D46-4C1A-B325-C784659E71BF}" dt="2024-06-09T11:53:43.330" v="2974" actId="47"/>
        <pc:sldMkLst>
          <pc:docMk/>
          <pc:sldMk cId="2070393965" sldId="330"/>
        </pc:sldMkLst>
      </pc:sldChg>
      <pc:sldChg chg="del">
        <pc:chgData name="Angel Rubio Diaz-Cordoves" userId="f551f9b7-999f-4af3-8cad-97f1558cb83a" providerId="ADAL" clId="{E66FA940-4D46-4C1A-B325-C784659E71BF}" dt="2024-06-09T11:53:43.994" v="2975" actId="47"/>
        <pc:sldMkLst>
          <pc:docMk/>
          <pc:sldMk cId="1540583404" sldId="331"/>
        </pc:sldMkLst>
      </pc:sldChg>
      <pc:sldChg chg="del">
        <pc:chgData name="Angel Rubio Diaz-Cordoves" userId="f551f9b7-999f-4af3-8cad-97f1558cb83a" providerId="ADAL" clId="{E66FA940-4D46-4C1A-B325-C784659E71BF}" dt="2024-06-09T11:53:45.461" v="2977" actId="47"/>
        <pc:sldMkLst>
          <pc:docMk/>
          <pc:sldMk cId="3866222177" sldId="332"/>
        </pc:sldMkLst>
      </pc:sldChg>
      <pc:sldChg chg="del">
        <pc:chgData name="Angel Rubio Diaz-Cordoves" userId="f551f9b7-999f-4af3-8cad-97f1558cb83a" providerId="ADAL" clId="{E66FA940-4D46-4C1A-B325-C784659E71BF}" dt="2024-06-09T11:53:46.130" v="2978" actId="47"/>
        <pc:sldMkLst>
          <pc:docMk/>
          <pc:sldMk cId="862149980" sldId="333"/>
        </pc:sldMkLst>
      </pc:sldChg>
      <pc:sldChg chg="del">
        <pc:chgData name="Angel Rubio Diaz-Cordoves" userId="f551f9b7-999f-4af3-8cad-97f1558cb83a" providerId="ADAL" clId="{E66FA940-4D46-4C1A-B325-C784659E71BF}" dt="2024-06-09T11:53:46.809" v="2979" actId="47"/>
        <pc:sldMkLst>
          <pc:docMk/>
          <pc:sldMk cId="2574627020" sldId="334"/>
        </pc:sldMkLst>
      </pc:sldChg>
      <pc:sldChg chg="del">
        <pc:chgData name="Angel Rubio Diaz-Cordoves" userId="f551f9b7-999f-4af3-8cad-97f1558cb83a" providerId="ADAL" clId="{E66FA940-4D46-4C1A-B325-C784659E71BF}" dt="2024-06-09T11:53:50.557" v="2986" actId="47"/>
        <pc:sldMkLst>
          <pc:docMk/>
          <pc:sldMk cId="2553977592" sldId="343"/>
        </pc:sldMkLst>
      </pc:sldChg>
      <pc:sldChg chg="modSp mod">
        <pc:chgData name="Angel Rubio Diaz-Cordoves" userId="f551f9b7-999f-4af3-8cad-97f1558cb83a" providerId="ADAL" clId="{E66FA940-4D46-4C1A-B325-C784659E71BF}" dt="2024-06-09T11:54:32.560" v="3075" actId="20577"/>
        <pc:sldMkLst>
          <pc:docMk/>
          <pc:sldMk cId="3303270461" sldId="344"/>
        </pc:sldMkLst>
        <pc:spChg chg="mod">
          <ac:chgData name="Angel Rubio Diaz-Cordoves" userId="f551f9b7-999f-4af3-8cad-97f1558cb83a" providerId="ADAL" clId="{E66FA940-4D46-4C1A-B325-C784659E71BF}" dt="2024-06-09T11:54:32.560" v="3075" actId="20577"/>
          <ac:spMkLst>
            <pc:docMk/>
            <pc:sldMk cId="3303270461" sldId="344"/>
            <ac:spMk id="4" creationId="{5D64E173-FDE4-439D-96AA-3BE487111DAB}"/>
          </ac:spMkLst>
        </pc:spChg>
        <pc:spChg chg="mod">
          <ac:chgData name="Angel Rubio Diaz-Cordoves" userId="f551f9b7-999f-4af3-8cad-97f1558cb83a" providerId="ADAL" clId="{E66FA940-4D46-4C1A-B325-C784659E71BF}" dt="2024-06-09T11:54:16.297" v="3042" actId="20577"/>
          <ac:spMkLst>
            <pc:docMk/>
            <pc:sldMk cId="3303270461" sldId="344"/>
            <ac:spMk id="11" creationId="{E54D72FD-6BFC-4C0A-A09B-FBF43B63780E}"/>
          </ac:spMkLst>
        </pc:spChg>
      </pc:sldChg>
      <pc:sldChg chg="del">
        <pc:chgData name="Angel Rubio Diaz-Cordoves" userId="f551f9b7-999f-4af3-8cad-97f1558cb83a" providerId="ADAL" clId="{E66FA940-4D46-4C1A-B325-C784659E71BF}" dt="2024-06-09T11:53:59.300" v="3001" actId="47"/>
        <pc:sldMkLst>
          <pc:docMk/>
          <pc:sldMk cId="873580167" sldId="345"/>
        </pc:sldMkLst>
      </pc:sldChg>
      <pc:sldChg chg="del">
        <pc:chgData name="Angel Rubio Diaz-Cordoves" userId="f551f9b7-999f-4af3-8cad-97f1558cb83a" providerId="ADAL" clId="{E66FA940-4D46-4C1A-B325-C784659E71BF}" dt="2024-06-09T11:53:59.815" v="3002" actId="47"/>
        <pc:sldMkLst>
          <pc:docMk/>
          <pc:sldMk cId="2296790759" sldId="346"/>
        </pc:sldMkLst>
      </pc:sldChg>
      <pc:sldChg chg="del">
        <pc:chgData name="Angel Rubio Diaz-Cordoves" userId="f551f9b7-999f-4af3-8cad-97f1558cb83a" providerId="ADAL" clId="{E66FA940-4D46-4C1A-B325-C784659E71BF}" dt="2024-06-09T11:54:00.380" v="3003" actId="47"/>
        <pc:sldMkLst>
          <pc:docMk/>
          <pc:sldMk cId="2542473688" sldId="347"/>
        </pc:sldMkLst>
      </pc:sldChg>
      <pc:sldChg chg="del">
        <pc:chgData name="Angel Rubio Diaz-Cordoves" userId="f551f9b7-999f-4af3-8cad-97f1558cb83a" providerId="ADAL" clId="{E66FA940-4D46-4C1A-B325-C784659E71BF}" dt="2024-06-09T11:54:00.975" v="3004" actId="47"/>
        <pc:sldMkLst>
          <pc:docMk/>
          <pc:sldMk cId="2459313613" sldId="348"/>
        </pc:sldMkLst>
      </pc:sldChg>
      <pc:sldChg chg="del">
        <pc:chgData name="Angel Rubio Diaz-Cordoves" userId="f551f9b7-999f-4af3-8cad-97f1558cb83a" providerId="ADAL" clId="{E66FA940-4D46-4C1A-B325-C784659E71BF}" dt="2024-06-09T11:54:01.766" v="3005" actId="47"/>
        <pc:sldMkLst>
          <pc:docMk/>
          <pc:sldMk cId="955627986" sldId="349"/>
        </pc:sldMkLst>
      </pc:sldChg>
      <pc:sldChg chg="del">
        <pc:chgData name="Angel Rubio Diaz-Cordoves" userId="f551f9b7-999f-4af3-8cad-97f1558cb83a" providerId="ADAL" clId="{E66FA940-4D46-4C1A-B325-C784659E71BF}" dt="2024-06-09T11:53:58.065" v="2999" actId="47"/>
        <pc:sldMkLst>
          <pc:docMk/>
          <pc:sldMk cId="2691018333" sldId="350"/>
        </pc:sldMkLst>
      </pc:sldChg>
      <pc:sldChg chg="addSp delSp modSp new mod">
        <pc:chgData name="Angel Rubio Diaz-Cordoves" userId="f551f9b7-999f-4af3-8cad-97f1558cb83a" providerId="ADAL" clId="{E66FA940-4D46-4C1A-B325-C784659E71BF}" dt="2024-06-10T09:42:41.220" v="4141" actId="1076"/>
        <pc:sldMkLst>
          <pc:docMk/>
          <pc:sldMk cId="4051998483" sldId="351"/>
        </pc:sldMkLst>
        <pc:picChg chg="add del mod">
          <ac:chgData name="Angel Rubio Diaz-Cordoves" userId="f551f9b7-999f-4af3-8cad-97f1558cb83a" providerId="ADAL" clId="{E66FA940-4D46-4C1A-B325-C784659E71BF}" dt="2024-06-09T11:21:30.320" v="1385" actId="478"/>
          <ac:picMkLst>
            <pc:docMk/>
            <pc:sldMk cId="4051998483" sldId="351"/>
            <ac:picMk id="4" creationId="{E9170205-8D36-CE21-ADCE-5121F5EBDF72}"/>
          </ac:picMkLst>
        </pc:picChg>
        <pc:picChg chg="add mod modCrop">
          <ac:chgData name="Angel Rubio Diaz-Cordoves" userId="f551f9b7-999f-4af3-8cad-97f1558cb83a" providerId="ADAL" clId="{E66FA940-4D46-4C1A-B325-C784659E71BF}" dt="2024-06-10T09:42:41.220" v="4141" actId="1076"/>
          <ac:picMkLst>
            <pc:docMk/>
            <pc:sldMk cId="4051998483" sldId="351"/>
            <ac:picMk id="6" creationId="{A3B0BA04-A41C-1455-59D4-0FDBFDEA4553}"/>
          </ac:picMkLst>
        </pc:picChg>
      </pc:sldChg>
      <pc:sldChg chg="addSp delSp modSp add mod ord">
        <pc:chgData name="Angel Rubio Diaz-Cordoves" userId="f551f9b7-999f-4af3-8cad-97f1558cb83a" providerId="ADAL" clId="{E66FA940-4D46-4C1A-B325-C784659E71BF}" dt="2024-06-12T15:15:48.147" v="4607" actId="20577"/>
        <pc:sldMkLst>
          <pc:docMk/>
          <pc:sldMk cId="978845146" sldId="352"/>
        </pc:sldMkLst>
        <pc:spChg chg="add del mod">
          <ac:chgData name="Angel Rubio Diaz-Cordoves" userId="f551f9b7-999f-4af3-8cad-97f1558cb83a" providerId="ADAL" clId="{E66FA940-4D46-4C1A-B325-C784659E71BF}" dt="2024-06-09T10:41:13.476" v="154" actId="207"/>
          <ac:spMkLst>
            <pc:docMk/>
            <pc:sldMk cId="978845146" sldId="352"/>
            <ac:spMk id="3" creationId="{3BFCD163-24C7-4E26-8C45-23F564097BA8}"/>
          </ac:spMkLst>
        </pc:spChg>
        <pc:spChg chg="add del">
          <ac:chgData name="Angel Rubio Diaz-Cordoves" userId="f551f9b7-999f-4af3-8cad-97f1558cb83a" providerId="ADAL" clId="{E66FA940-4D46-4C1A-B325-C784659E71BF}" dt="2024-06-09T10:44:49.271" v="398" actId="22"/>
          <ac:spMkLst>
            <pc:docMk/>
            <pc:sldMk cId="978845146" sldId="352"/>
            <ac:spMk id="6" creationId="{A8DBE16E-380B-7287-1960-89969C17B261}"/>
          </ac:spMkLst>
        </pc:spChg>
        <pc:spChg chg="mod">
          <ac:chgData name="Angel Rubio Diaz-Cordoves" userId="f551f9b7-999f-4af3-8cad-97f1558cb83a" providerId="ADAL" clId="{E66FA940-4D46-4C1A-B325-C784659E71BF}" dt="2024-06-12T10:36:11.518" v="4165" actId="20577"/>
          <ac:spMkLst>
            <pc:docMk/>
            <pc:sldMk cId="978845146" sldId="352"/>
            <ac:spMk id="7" creationId="{58E2E272-802E-4952-8A97-6FA2AAB7673D}"/>
          </ac:spMkLst>
        </pc:spChg>
        <pc:spChg chg="add del mod">
          <ac:chgData name="Angel Rubio Diaz-Cordoves" userId="f551f9b7-999f-4af3-8cad-97f1558cb83a" providerId="ADAL" clId="{E66FA940-4D46-4C1A-B325-C784659E71BF}" dt="2024-06-12T15:15:48.147" v="4607" actId="20577"/>
          <ac:spMkLst>
            <pc:docMk/>
            <pc:sldMk cId="978845146" sldId="352"/>
            <ac:spMk id="10" creationId="{4AEAB733-5EB3-4CC6-907A-0EC1B427913E}"/>
          </ac:spMkLst>
        </pc:spChg>
        <pc:spChg chg="mod">
          <ac:chgData name="Angel Rubio Diaz-Cordoves" userId="f551f9b7-999f-4af3-8cad-97f1558cb83a" providerId="ADAL" clId="{E66FA940-4D46-4C1A-B325-C784659E71BF}" dt="2024-06-12T10:37:51.988" v="4219" actId="14100"/>
          <ac:spMkLst>
            <pc:docMk/>
            <pc:sldMk cId="978845146" sldId="352"/>
            <ac:spMk id="16" creationId="{B9E9AB35-DD49-DE47-87B4-69DDFF36A7D9}"/>
          </ac:spMkLst>
        </pc:spChg>
        <pc:picChg chg="add mod ord modCrop">
          <ac:chgData name="Angel Rubio Diaz-Cordoves" userId="f551f9b7-999f-4af3-8cad-97f1558cb83a" providerId="ADAL" clId="{E66FA940-4D46-4C1A-B325-C784659E71BF}" dt="2024-06-09T10:40:22.965" v="141" actId="732"/>
          <ac:picMkLst>
            <pc:docMk/>
            <pc:sldMk cId="978845146" sldId="352"/>
            <ac:picMk id="4" creationId="{4CB89AB6-9C9A-6EBA-14AA-B527BD20B9FF}"/>
          </ac:picMkLst>
        </pc:picChg>
        <pc:picChg chg="del">
          <ac:chgData name="Angel Rubio Diaz-Cordoves" userId="f551f9b7-999f-4af3-8cad-97f1558cb83a" providerId="ADAL" clId="{E66FA940-4D46-4C1A-B325-C784659E71BF}" dt="2024-06-09T10:39:37.210" v="136" actId="478"/>
          <ac:picMkLst>
            <pc:docMk/>
            <pc:sldMk cId="978845146" sldId="352"/>
            <ac:picMk id="4098" creationId="{139FC439-9C6D-47D8-8618-45BAEED56A99}"/>
          </ac:picMkLst>
        </pc:picChg>
      </pc:sldChg>
      <pc:sldChg chg="add del">
        <pc:chgData name="Angel Rubio Diaz-Cordoves" userId="f551f9b7-999f-4af3-8cad-97f1558cb83a" providerId="ADAL" clId="{E66FA940-4D46-4C1A-B325-C784659E71BF}" dt="2024-06-09T11:22:38.225" v="1388" actId="47"/>
        <pc:sldMkLst>
          <pc:docMk/>
          <pc:sldMk cId="1134789890" sldId="353"/>
        </pc:sldMkLst>
      </pc:sldChg>
      <pc:sldChg chg="add del">
        <pc:chgData name="Angel Rubio Diaz-Cordoves" userId="f551f9b7-999f-4af3-8cad-97f1558cb83a" providerId="ADAL" clId="{E66FA940-4D46-4C1A-B325-C784659E71BF}" dt="2024-06-09T11:22:39.803" v="1389" actId="47"/>
        <pc:sldMkLst>
          <pc:docMk/>
          <pc:sldMk cId="3042370422" sldId="354"/>
        </pc:sldMkLst>
      </pc:sldChg>
      <pc:sldChg chg="add del">
        <pc:chgData name="Angel Rubio Diaz-Cordoves" userId="f551f9b7-999f-4af3-8cad-97f1558cb83a" providerId="ADAL" clId="{E66FA940-4D46-4C1A-B325-C784659E71BF}" dt="2024-06-09T11:22:40.882" v="1390" actId="47"/>
        <pc:sldMkLst>
          <pc:docMk/>
          <pc:sldMk cId="3716621939" sldId="355"/>
        </pc:sldMkLst>
      </pc:sldChg>
      <pc:sldChg chg="add del">
        <pc:chgData name="Angel Rubio Diaz-Cordoves" userId="f551f9b7-999f-4af3-8cad-97f1558cb83a" providerId="ADAL" clId="{E66FA940-4D46-4C1A-B325-C784659E71BF}" dt="2024-06-09T11:22:41.678" v="1391" actId="47"/>
        <pc:sldMkLst>
          <pc:docMk/>
          <pc:sldMk cId="1859578772" sldId="356"/>
        </pc:sldMkLst>
      </pc:sldChg>
      <pc:sldChg chg="add del">
        <pc:chgData name="Angel Rubio Diaz-Cordoves" userId="f551f9b7-999f-4af3-8cad-97f1558cb83a" providerId="ADAL" clId="{E66FA940-4D46-4C1A-B325-C784659E71BF}" dt="2024-06-09T11:22:42.882" v="1392" actId="47"/>
        <pc:sldMkLst>
          <pc:docMk/>
          <pc:sldMk cId="2310732556" sldId="357"/>
        </pc:sldMkLst>
      </pc:sldChg>
      <pc:sldChg chg="addSp delSp modSp add mod">
        <pc:chgData name="Angel Rubio Diaz-Cordoves" userId="f551f9b7-999f-4af3-8cad-97f1558cb83a" providerId="ADAL" clId="{E66FA940-4D46-4C1A-B325-C784659E71BF}" dt="2024-06-09T11:25:02.615" v="1407" actId="6549"/>
        <pc:sldMkLst>
          <pc:docMk/>
          <pc:sldMk cId="1605782562" sldId="358"/>
        </pc:sldMkLst>
        <pc:spChg chg="mod">
          <ac:chgData name="Angel Rubio Diaz-Cordoves" userId="f551f9b7-999f-4af3-8cad-97f1558cb83a" providerId="ADAL" clId="{E66FA940-4D46-4C1A-B325-C784659E71BF}" dt="2024-06-09T11:25:02.615" v="1407" actId="6549"/>
          <ac:spMkLst>
            <pc:docMk/>
            <pc:sldMk cId="1605782562" sldId="358"/>
            <ac:spMk id="10" creationId="{4AEAB733-5EB3-4CC6-907A-0EC1B427913E}"/>
          </ac:spMkLst>
        </pc:spChg>
        <pc:picChg chg="add del mod modCrop">
          <ac:chgData name="Angel Rubio Diaz-Cordoves" userId="f551f9b7-999f-4af3-8cad-97f1558cb83a" providerId="ADAL" clId="{E66FA940-4D46-4C1A-B325-C784659E71BF}" dt="2024-06-09T11:24:57.022" v="1406" actId="478"/>
          <ac:picMkLst>
            <pc:docMk/>
            <pc:sldMk cId="1605782562" sldId="358"/>
            <ac:picMk id="2" creationId="{7AE8757A-9F2A-4CA5-DFD8-1F15EEB1FCB6}"/>
          </ac:picMkLst>
        </pc:picChg>
      </pc:sldChg>
      <pc:sldChg chg="add del">
        <pc:chgData name="Angel Rubio Diaz-Cordoves" userId="f551f9b7-999f-4af3-8cad-97f1558cb83a" providerId="ADAL" clId="{E66FA940-4D46-4C1A-B325-C784659E71BF}" dt="2024-06-09T11:22:59.819" v="1394" actId="47"/>
        <pc:sldMkLst>
          <pc:docMk/>
          <pc:sldMk cId="2559060957" sldId="359"/>
        </pc:sldMkLst>
      </pc:sldChg>
      <pc:sldChg chg="addSp delSp modSp add mod">
        <pc:chgData name="Angel Rubio Diaz-Cordoves" userId="f551f9b7-999f-4af3-8cad-97f1558cb83a" providerId="ADAL" clId="{E66FA940-4D46-4C1A-B325-C784659E71BF}" dt="2024-06-12T15:17:01.460" v="4626" actId="20577"/>
        <pc:sldMkLst>
          <pc:docMk/>
          <pc:sldMk cId="3428122385" sldId="359"/>
        </pc:sldMkLst>
        <pc:spChg chg="del">
          <ac:chgData name="Angel Rubio Diaz-Cordoves" userId="f551f9b7-999f-4af3-8cad-97f1558cb83a" providerId="ADAL" clId="{E66FA940-4D46-4C1A-B325-C784659E71BF}" dt="2024-06-09T11:33:25.377" v="1937" actId="478"/>
          <ac:spMkLst>
            <pc:docMk/>
            <pc:sldMk cId="3428122385" sldId="359"/>
            <ac:spMk id="3" creationId="{3BFCD163-24C7-4E26-8C45-23F564097BA8}"/>
          </ac:spMkLst>
        </pc:spChg>
        <pc:spChg chg="mod">
          <ac:chgData name="Angel Rubio Diaz-Cordoves" userId="f551f9b7-999f-4af3-8cad-97f1558cb83a" providerId="ADAL" clId="{E66FA940-4D46-4C1A-B325-C784659E71BF}" dt="2024-06-12T15:17:01.460" v="4626" actId="20577"/>
          <ac:spMkLst>
            <pc:docMk/>
            <pc:sldMk cId="3428122385" sldId="359"/>
            <ac:spMk id="10" creationId="{4AEAB733-5EB3-4CC6-907A-0EC1B427913E}"/>
          </ac:spMkLst>
        </pc:spChg>
        <pc:picChg chg="add mod ord modCrop">
          <ac:chgData name="Angel Rubio Diaz-Cordoves" userId="f551f9b7-999f-4af3-8cad-97f1558cb83a" providerId="ADAL" clId="{E66FA940-4D46-4C1A-B325-C784659E71BF}" dt="2024-06-09T11:38:16.375" v="2215" actId="1036"/>
          <ac:picMkLst>
            <pc:docMk/>
            <pc:sldMk cId="3428122385" sldId="359"/>
            <ac:picMk id="2" creationId="{D60AE6FC-7E10-B1D6-1990-803FE8166941}"/>
          </ac:picMkLst>
        </pc:picChg>
        <pc:picChg chg="del">
          <ac:chgData name="Angel Rubio Diaz-Cordoves" userId="f551f9b7-999f-4af3-8cad-97f1558cb83a" providerId="ADAL" clId="{E66FA940-4D46-4C1A-B325-C784659E71BF}" dt="2024-06-09T11:33:27.190" v="1938" actId="478"/>
          <ac:picMkLst>
            <pc:docMk/>
            <pc:sldMk cId="3428122385" sldId="359"/>
            <ac:picMk id="4" creationId="{4CB89AB6-9C9A-6EBA-14AA-B527BD20B9FF}"/>
          </ac:picMkLst>
        </pc:picChg>
      </pc:sldChg>
      <pc:sldChg chg="addSp delSp modSp add mod">
        <pc:chgData name="Angel Rubio Diaz-Cordoves" userId="f551f9b7-999f-4af3-8cad-97f1558cb83a" providerId="ADAL" clId="{E66FA940-4D46-4C1A-B325-C784659E71BF}" dt="2024-06-12T15:17:23.420" v="4633" actId="20577"/>
        <pc:sldMkLst>
          <pc:docMk/>
          <pc:sldMk cId="4006916604" sldId="360"/>
        </pc:sldMkLst>
        <pc:spChg chg="del">
          <ac:chgData name="Angel Rubio Diaz-Cordoves" userId="f551f9b7-999f-4af3-8cad-97f1558cb83a" providerId="ADAL" clId="{E66FA940-4D46-4C1A-B325-C784659E71BF}" dt="2024-06-09T11:40:31.985" v="2307" actId="478"/>
          <ac:spMkLst>
            <pc:docMk/>
            <pc:sldMk cId="4006916604" sldId="360"/>
            <ac:spMk id="3" creationId="{3BFCD163-24C7-4E26-8C45-23F564097BA8}"/>
          </ac:spMkLst>
        </pc:spChg>
        <pc:spChg chg="add del mod">
          <ac:chgData name="Angel Rubio Diaz-Cordoves" userId="f551f9b7-999f-4af3-8cad-97f1558cb83a" providerId="ADAL" clId="{E66FA940-4D46-4C1A-B325-C784659E71BF}" dt="2024-06-09T11:41:30.765" v="2317" actId="478"/>
          <ac:spMkLst>
            <pc:docMk/>
            <pc:sldMk cId="4006916604" sldId="360"/>
            <ac:spMk id="5" creationId="{CF545BA2-19D3-ABA5-643F-7BF4596FE945}"/>
          </ac:spMkLst>
        </pc:spChg>
        <pc:spChg chg="mod">
          <ac:chgData name="Angel Rubio Diaz-Cordoves" userId="f551f9b7-999f-4af3-8cad-97f1558cb83a" providerId="ADAL" clId="{E66FA940-4D46-4C1A-B325-C784659E71BF}" dt="2024-06-12T15:17:23.420" v="4633" actId="20577"/>
          <ac:spMkLst>
            <pc:docMk/>
            <pc:sldMk cId="4006916604" sldId="360"/>
            <ac:spMk id="10" creationId="{4AEAB733-5EB3-4CC6-907A-0EC1B427913E}"/>
          </ac:spMkLst>
        </pc:spChg>
        <pc:picChg chg="add mod modCrop">
          <ac:chgData name="Angel Rubio Diaz-Cordoves" userId="f551f9b7-999f-4af3-8cad-97f1558cb83a" providerId="ADAL" clId="{E66FA940-4D46-4C1A-B325-C784659E71BF}" dt="2024-06-09T11:42:16.460" v="2327" actId="732"/>
          <ac:picMkLst>
            <pc:docMk/>
            <pc:sldMk cId="4006916604" sldId="360"/>
            <ac:picMk id="2" creationId="{4E83D861-8C13-AFE0-048F-FAF55C6B051E}"/>
          </ac:picMkLst>
        </pc:picChg>
        <pc:picChg chg="del">
          <ac:chgData name="Angel Rubio Diaz-Cordoves" userId="f551f9b7-999f-4af3-8cad-97f1558cb83a" providerId="ADAL" clId="{E66FA940-4D46-4C1A-B325-C784659E71BF}" dt="2024-06-09T11:40:33.921" v="2308" actId="478"/>
          <ac:picMkLst>
            <pc:docMk/>
            <pc:sldMk cId="4006916604" sldId="360"/>
            <ac:picMk id="4" creationId="{4CB89AB6-9C9A-6EBA-14AA-B527BD20B9FF}"/>
          </ac:picMkLst>
        </pc:picChg>
      </pc:sldChg>
      <pc:sldChg chg="addSp delSp modSp add mod">
        <pc:chgData name="Angel Rubio Diaz-Cordoves" userId="f551f9b7-999f-4af3-8cad-97f1558cb83a" providerId="ADAL" clId="{E66FA940-4D46-4C1A-B325-C784659E71BF}" dt="2024-06-12T15:17:37.648" v="4639" actId="20577"/>
        <pc:sldMkLst>
          <pc:docMk/>
          <pc:sldMk cId="871989836" sldId="361"/>
        </pc:sldMkLst>
        <pc:spChg chg="del">
          <ac:chgData name="Angel Rubio Diaz-Cordoves" userId="f551f9b7-999f-4af3-8cad-97f1558cb83a" providerId="ADAL" clId="{E66FA940-4D46-4C1A-B325-C784659E71BF}" dt="2024-06-09T11:44:12.904" v="2421" actId="478"/>
          <ac:spMkLst>
            <pc:docMk/>
            <pc:sldMk cId="871989836" sldId="361"/>
            <ac:spMk id="3" creationId="{3BFCD163-24C7-4E26-8C45-23F564097BA8}"/>
          </ac:spMkLst>
        </pc:spChg>
        <pc:spChg chg="mod">
          <ac:chgData name="Angel Rubio Diaz-Cordoves" userId="f551f9b7-999f-4af3-8cad-97f1558cb83a" providerId="ADAL" clId="{E66FA940-4D46-4C1A-B325-C784659E71BF}" dt="2024-06-12T15:17:37.648" v="4639" actId="20577"/>
          <ac:spMkLst>
            <pc:docMk/>
            <pc:sldMk cId="871989836" sldId="361"/>
            <ac:spMk id="10" creationId="{4AEAB733-5EB3-4CC6-907A-0EC1B427913E}"/>
          </ac:spMkLst>
        </pc:spChg>
        <pc:picChg chg="add mod modCrop">
          <ac:chgData name="Angel Rubio Diaz-Cordoves" userId="f551f9b7-999f-4af3-8cad-97f1558cb83a" providerId="ADAL" clId="{E66FA940-4D46-4C1A-B325-C784659E71BF}" dt="2024-06-09T11:45:11.404" v="2431" actId="1038"/>
          <ac:picMkLst>
            <pc:docMk/>
            <pc:sldMk cId="871989836" sldId="361"/>
            <ac:picMk id="2" creationId="{A694BFFE-D6ED-E878-C8F9-44238356F985}"/>
          </ac:picMkLst>
        </pc:picChg>
        <pc:picChg chg="del">
          <ac:chgData name="Angel Rubio Diaz-Cordoves" userId="f551f9b7-999f-4af3-8cad-97f1558cb83a" providerId="ADAL" clId="{E66FA940-4D46-4C1A-B325-C784659E71BF}" dt="2024-06-09T11:44:14.436" v="2422" actId="478"/>
          <ac:picMkLst>
            <pc:docMk/>
            <pc:sldMk cId="871989836" sldId="361"/>
            <ac:picMk id="4" creationId="{4CB89AB6-9C9A-6EBA-14AA-B527BD20B9FF}"/>
          </ac:picMkLst>
        </pc:picChg>
      </pc:sldChg>
      <pc:sldChg chg="addSp delSp modSp add mod">
        <pc:chgData name="Angel Rubio Diaz-Cordoves" userId="f551f9b7-999f-4af3-8cad-97f1558cb83a" providerId="ADAL" clId="{E66FA940-4D46-4C1A-B325-C784659E71BF}" dt="2024-06-12T15:18:39.372" v="4660" actId="20577"/>
        <pc:sldMkLst>
          <pc:docMk/>
          <pc:sldMk cId="1445259986" sldId="362"/>
        </pc:sldMkLst>
        <pc:spChg chg="del">
          <ac:chgData name="Angel Rubio Diaz-Cordoves" userId="f551f9b7-999f-4af3-8cad-97f1558cb83a" providerId="ADAL" clId="{E66FA940-4D46-4C1A-B325-C784659E71BF}" dt="2024-06-09T11:47:30.372" v="2508" actId="478"/>
          <ac:spMkLst>
            <pc:docMk/>
            <pc:sldMk cId="1445259986" sldId="362"/>
            <ac:spMk id="3" creationId="{3BFCD163-24C7-4E26-8C45-23F564097BA8}"/>
          </ac:spMkLst>
        </pc:spChg>
        <pc:spChg chg="mod">
          <ac:chgData name="Angel Rubio Diaz-Cordoves" userId="f551f9b7-999f-4af3-8cad-97f1558cb83a" providerId="ADAL" clId="{E66FA940-4D46-4C1A-B325-C784659E71BF}" dt="2024-06-12T15:18:39.372" v="4660" actId="20577"/>
          <ac:spMkLst>
            <pc:docMk/>
            <pc:sldMk cId="1445259986" sldId="362"/>
            <ac:spMk id="10" creationId="{4AEAB733-5EB3-4CC6-907A-0EC1B427913E}"/>
          </ac:spMkLst>
        </pc:spChg>
        <pc:picChg chg="add mod modCrop">
          <ac:chgData name="Angel Rubio Diaz-Cordoves" userId="f551f9b7-999f-4af3-8cad-97f1558cb83a" providerId="ADAL" clId="{E66FA940-4D46-4C1A-B325-C784659E71BF}" dt="2024-06-09T11:48:41.125" v="2517" actId="1076"/>
          <ac:picMkLst>
            <pc:docMk/>
            <pc:sldMk cId="1445259986" sldId="362"/>
            <ac:picMk id="2" creationId="{9340D094-6066-708A-2C34-DC48DAE75A7F}"/>
          </ac:picMkLst>
        </pc:picChg>
        <pc:picChg chg="del">
          <ac:chgData name="Angel Rubio Diaz-Cordoves" userId="f551f9b7-999f-4af3-8cad-97f1558cb83a" providerId="ADAL" clId="{E66FA940-4D46-4C1A-B325-C784659E71BF}" dt="2024-06-09T11:47:31.497" v="2509" actId="478"/>
          <ac:picMkLst>
            <pc:docMk/>
            <pc:sldMk cId="1445259986" sldId="362"/>
            <ac:picMk id="4" creationId="{4CB89AB6-9C9A-6EBA-14AA-B527BD20B9FF}"/>
          </ac:picMkLst>
        </pc:picChg>
      </pc:sldChg>
      <pc:sldChg chg="addSp delSp modSp add mod">
        <pc:chgData name="Angel Rubio Diaz-Cordoves" userId="f551f9b7-999f-4af3-8cad-97f1558cb83a" providerId="ADAL" clId="{E66FA940-4D46-4C1A-B325-C784659E71BF}" dt="2024-06-12T15:16:38.422" v="4622" actId="20577"/>
        <pc:sldMkLst>
          <pc:docMk/>
          <pc:sldMk cId="3318626876" sldId="363"/>
        </pc:sldMkLst>
        <pc:spChg chg="del">
          <ac:chgData name="Angel Rubio Diaz-Cordoves" userId="f551f9b7-999f-4af3-8cad-97f1558cb83a" providerId="ADAL" clId="{E66FA940-4D46-4C1A-B325-C784659E71BF}" dt="2024-06-09T11:25:33.443" v="1413" actId="478"/>
          <ac:spMkLst>
            <pc:docMk/>
            <pc:sldMk cId="3318626876" sldId="363"/>
            <ac:spMk id="3" creationId="{3BFCD163-24C7-4E26-8C45-23F564097BA8}"/>
          </ac:spMkLst>
        </pc:spChg>
        <pc:spChg chg="add mod">
          <ac:chgData name="Angel Rubio Diaz-Cordoves" userId="f551f9b7-999f-4af3-8cad-97f1558cb83a" providerId="ADAL" clId="{E66FA940-4D46-4C1A-B325-C784659E71BF}" dt="2024-06-09T11:31:29.293" v="1859" actId="14100"/>
          <ac:spMkLst>
            <pc:docMk/>
            <pc:sldMk cId="3318626876" sldId="363"/>
            <ac:spMk id="5" creationId="{9937B77F-9436-7A79-0FD3-88F588B84854}"/>
          </ac:spMkLst>
        </pc:spChg>
        <pc:spChg chg="mod">
          <ac:chgData name="Angel Rubio Diaz-Cordoves" userId="f551f9b7-999f-4af3-8cad-97f1558cb83a" providerId="ADAL" clId="{E66FA940-4D46-4C1A-B325-C784659E71BF}" dt="2024-06-12T15:16:38.422" v="4622" actId="20577"/>
          <ac:spMkLst>
            <pc:docMk/>
            <pc:sldMk cId="3318626876" sldId="363"/>
            <ac:spMk id="10" creationId="{4AEAB733-5EB3-4CC6-907A-0EC1B427913E}"/>
          </ac:spMkLst>
        </pc:spChg>
        <pc:picChg chg="mod modCrop">
          <ac:chgData name="Angel Rubio Diaz-Cordoves" userId="f551f9b7-999f-4af3-8cad-97f1558cb83a" providerId="ADAL" clId="{E66FA940-4D46-4C1A-B325-C784659E71BF}" dt="2024-06-09T11:31:17.332" v="1857" actId="732"/>
          <ac:picMkLst>
            <pc:docMk/>
            <pc:sldMk cId="3318626876" sldId="363"/>
            <ac:picMk id="2" creationId="{7AE8757A-9F2A-4CA5-DFD8-1F15EEB1FCB6}"/>
          </ac:picMkLst>
        </pc:picChg>
        <pc:picChg chg="del">
          <ac:chgData name="Angel Rubio Diaz-Cordoves" userId="f551f9b7-999f-4af3-8cad-97f1558cb83a" providerId="ADAL" clId="{E66FA940-4D46-4C1A-B325-C784659E71BF}" dt="2024-06-09T11:25:35.303" v="1414" actId="478"/>
          <ac:picMkLst>
            <pc:docMk/>
            <pc:sldMk cId="3318626876" sldId="363"/>
            <ac:picMk id="4" creationId="{4CB89AB6-9C9A-6EBA-14AA-B527BD20B9FF}"/>
          </ac:picMkLst>
        </pc:picChg>
      </pc:sldChg>
      <pc:sldChg chg="add del">
        <pc:chgData name="Angel Rubio Diaz-Cordoves" userId="f551f9b7-999f-4af3-8cad-97f1558cb83a" providerId="ADAL" clId="{E66FA940-4D46-4C1A-B325-C784659E71BF}" dt="2024-06-09T11:53:25.415" v="2959" actId="47"/>
        <pc:sldMkLst>
          <pc:docMk/>
          <pc:sldMk cId="2809985363" sldId="364"/>
        </pc:sldMkLst>
      </pc:sldChg>
      <pc:sldChg chg="add del">
        <pc:chgData name="Angel Rubio Diaz-Cordoves" userId="f551f9b7-999f-4af3-8cad-97f1558cb83a" providerId="ADAL" clId="{E66FA940-4D46-4C1A-B325-C784659E71BF}" dt="2024-06-09T11:53:26.128" v="2960" actId="47"/>
        <pc:sldMkLst>
          <pc:docMk/>
          <pc:sldMk cId="3259138462" sldId="365"/>
        </pc:sldMkLst>
      </pc:sldChg>
      <pc:sldChg chg="add del">
        <pc:chgData name="Angel Rubio Diaz-Cordoves" userId="f551f9b7-999f-4af3-8cad-97f1558cb83a" providerId="ADAL" clId="{E66FA940-4D46-4C1A-B325-C784659E71BF}" dt="2024-06-09T11:53:26.984" v="2961" actId="47"/>
        <pc:sldMkLst>
          <pc:docMk/>
          <pc:sldMk cId="1299552343" sldId="366"/>
        </pc:sldMkLst>
      </pc:sldChg>
      <pc:sldChg chg="add del">
        <pc:chgData name="Angel Rubio Diaz-Cordoves" userId="f551f9b7-999f-4af3-8cad-97f1558cb83a" providerId="ADAL" clId="{E66FA940-4D46-4C1A-B325-C784659E71BF}" dt="2024-06-09T11:53:27.576" v="2962" actId="47"/>
        <pc:sldMkLst>
          <pc:docMk/>
          <pc:sldMk cId="1803170524" sldId="367"/>
        </pc:sldMkLst>
      </pc:sldChg>
      <pc:sldChg chg="add del">
        <pc:chgData name="Angel Rubio Diaz-Cordoves" userId="f551f9b7-999f-4af3-8cad-97f1558cb83a" providerId="ADAL" clId="{E66FA940-4D46-4C1A-B325-C784659E71BF}" dt="2024-06-09T11:53:28.126" v="2963" actId="47"/>
        <pc:sldMkLst>
          <pc:docMk/>
          <pc:sldMk cId="3985932340" sldId="368"/>
        </pc:sldMkLst>
      </pc:sldChg>
      <pc:sldChg chg="add del">
        <pc:chgData name="Angel Rubio Diaz-Cordoves" userId="f551f9b7-999f-4af3-8cad-97f1558cb83a" providerId="ADAL" clId="{E66FA940-4D46-4C1A-B325-C784659E71BF}" dt="2024-06-09T11:53:29.960" v="2964" actId="47"/>
        <pc:sldMkLst>
          <pc:docMk/>
          <pc:sldMk cId="997199259" sldId="369"/>
        </pc:sldMkLst>
      </pc:sldChg>
      <pc:sldChg chg="modSp add mod modNotesTx">
        <pc:chgData name="Angel Rubio Diaz-Cordoves" userId="f551f9b7-999f-4af3-8cad-97f1558cb83a" providerId="ADAL" clId="{E66FA940-4D46-4C1A-B325-C784659E71BF}" dt="2024-06-12T10:45:02.652" v="4486" actId="20577"/>
        <pc:sldMkLst>
          <pc:docMk/>
          <pc:sldMk cId="7805610" sldId="370"/>
        </pc:sldMkLst>
        <pc:spChg chg="mod">
          <ac:chgData name="Angel Rubio Diaz-Cordoves" userId="f551f9b7-999f-4af3-8cad-97f1558cb83a" providerId="ADAL" clId="{E66FA940-4D46-4C1A-B325-C784659E71BF}" dt="2024-06-10T08:15:25.590" v="4074" actId="404"/>
          <ac:spMkLst>
            <pc:docMk/>
            <pc:sldMk cId="7805610" sldId="370"/>
            <ac:spMk id="10" creationId="{4AEAB733-5EB3-4CC6-907A-0EC1B427913E}"/>
          </ac:spMkLst>
        </pc:spChg>
      </pc:sldChg>
      <pc:sldChg chg="new del">
        <pc:chgData name="Angel Rubio Diaz-Cordoves" userId="f551f9b7-999f-4af3-8cad-97f1558cb83a" providerId="ADAL" clId="{E66FA940-4D46-4C1A-B325-C784659E71BF}" dt="2024-06-12T10:35:57.897" v="4147" actId="47"/>
        <pc:sldMkLst>
          <pc:docMk/>
          <pc:sldMk cId="605728313" sldId="371"/>
        </pc:sldMkLst>
      </pc:sldChg>
      <pc:sldChg chg="modSp add mod">
        <pc:chgData name="Angel Rubio Diaz-Cordoves" userId="f551f9b7-999f-4af3-8cad-97f1558cb83a" providerId="ADAL" clId="{E66FA940-4D46-4C1A-B325-C784659E71BF}" dt="2024-06-12T15:16:09.459" v="4611" actId="20577"/>
        <pc:sldMkLst>
          <pc:docMk/>
          <pc:sldMk cId="4266232799" sldId="372"/>
        </pc:sldMkLst>
        <pc:spChg chg="mod">
          <ac:chgData name="Angel Rubio Diaz-Cordoves" userId="f551f9b7-999f-4af3-8cad-97f1558cb83a" providerId="ADAL" clId="{E66FA940-4D46-4C1A-B325-C784659E71BF}" dt="2024-06-12T15:16:09.459" v="4611" actId="20577"/>
          <ac:spMkLst>
            <pc:docMk/>
            <pc:sldMk cId="4266232799" sldId="372"/>
            <ac:spMk id="10" creationId="{4AEAB733-5EB3-4CC6-907A-0EC1B427913E}"/>
          </ac:spMkLst>
        </pc:spChg>
      </pc:sldChg>
    </pc:docChg>
  </pc:docChgLst>
  <pc:docChgLst>
    <pc:chgData name="Rubio, Angel" userId="f551f9b7-999f-4af3-8cad-97f1558cb83a" providerId="ADAL" clId="{EDCC24BE-4D1E-4E00-B391-E4F3A5D75DE2}"/>
    <pc:docChg chg="undo custSel addSld delSld modSld">
      <pc:chgData name="Rubio, Angel" userId="f551f9b7-999f-4af3-8cad-97f1558cb83a" providerId="ADAL" clId="{EDCC24BE-4D1E-4E00-B391-E4F3A5D75DE2}" dt="2023-09-07T15:04:03.007" v="163" actId="768"/>
      <pc:docMkLst>
        <pc:docMk/>
      </pc:docMkLst>
      <pc:sldChg chg="addSp delSp modSp">
        <pc:chgData name="Rubio, Angel" userId="f551f9b7-999f-4af3-8cad-97f1558cb83a" providerId="ADAL" clId="{EDCC24BE-4D1E-4E00-B391-E4F3A5D75DE2}" dt="2023-08-31T09:47:46.245" v="61" actId="1036"/>
        <pc:sldMkLst>
          <pc:docMk/>
          <pc:sldMk cId="3991388156" sldId="283"/>
        </pc:sldMkLst>
        <pc:spChg chg="mod">
          <ac:chgData name="Rubio, Angel" userId="f551f9b7-999f-4af3-8cad-97f1558cb83a" providerId="ADAL" clId="{EDCC24BE-4D1E-4E00-B391-E4F3A5D75DE2}" dt="2023-08-31T09:47:46.245" v="61" actId="1036"/>
          <ac:spMkLst>
            <pc:docMk/>
            <pc:sldMk cId="3991388156" sldId="283"/>
            <ac:spMk id="5" creationId="{840A6288-8942-34DF-9CF9-F6EE32CE31DF}"/>
          </ac:spMkLst>
        </pc:spChg>
        <pc:grpChg chg="add mod">
          <ac:chgData name="Rubio, Angel" userId="f551f9b7-999f-4af3-8cad-97f1558cb83a" providerId="ADAL" clId="{EDCC24BE-4D1E-4E00-B391-E4F3A5D75DE2}" dt="2023-08-31T09:47:46.245" v="61" actId="1036"/>
          <ac:grpSpMkLst>
            <pc:docMk/>
            <pc:sldMk cId="3991388156" sldId="283"/>
            <ac:grpSpMk id="3" creationId="{14AAC7AD-544C-663F-F14C-0A62A5BD1D0E}"/>
          </ac:grpSpMkLst>
        </pc:grpChg>
        <pc:grpChg chg="mod">
          <ac:chgData name="Rubio, Angel" userId="f551f9b7-999f-4af3-8cad-97f1558cb83a" providerId="ADAL" clId="{EDCC24BE-4D1E-4E00-B391-E4F3A5D75DE2}" dt="2023-08-31T09:47:46.245" v="61" actId="1036"/>
          <ac:grpSpMkLst>
            <pc:docMk/>
            <pc:sldMk cId="3991388156" sldId="283"/>
            <ac:grpSpMk id="4" creationId="{C4D16160-E9F8-EDFA-B05F-95CF873CC0FA}"/>
          </ac:grpSpMkLst>
        </pc:grpChg>
        <pc:grpChg chg="mod">
          <ac:chgData name="Rubio, Angel" userId="f551f9b7-999f-4af3-8cad-97f1558cb83a" providerId="ADAL" clId="{EDCC24BE-4D1E-4E00-B391-E4F3A5D75DE2}" dt="2023-08-31T09:47:46.245" v="61" actId="1036"/>
          <ac:grpSpMkLst>
            <pc:docMk/>
            <pc:sldMk cId="3991388156" sldId="283"/>
            <ac:grpSpMk id="7" creationId="{B205F31E-B04F-224D-A12B-D5BDCB071359}"/>
          </ac:grpSpMkLst>
        </pc:grpChg>
        <pc:picChg chg="mod">
          <ac:chgData name="Rubio, Angel" userId="f551f9b7-999f-4af3-8cad-97f1558cb83a" providerId="ADAL" clId="{EDCC24BE-4D1E-4E00-B391-E4F3A5D75DE2}" dt="2023-08-31T09:47:46.245" v="61" actId="1036"/>
          <ac:picMkLst>
            <pc:docMk/>
            <pc:sldMk cId="3991388156" sldId="283"/>
            <ac:picMk id="6" creationId="{2F41B315-2A3F-836A-B7E1-A9434FB00352}"/>
          </ac:picMkLst>
        </pc:picChg>
        <pc:picChg chg="del">
          <ac:chgData name="Rubio, Angel" userId="f551f9b7-999f-4af3-8cad-97f1558cb83a" providerId="ADAL" clId="{EDCC24BE-4D1E-4E00-B391-E4F3A5D75DE2}" dt="2023-08-31T09:47:36.055" v="53" actId="478"/>
          <ac:picMkLst>
            <pc:docMk/>
            <pc:sldMk cId="3991388156" sldId="283"/>
            <ac:picMk id="8" creationId="{25241A9F-7D75-7B40-84AA-92165A9F3306}"/>
          </ac:picMkLst>
        </pc:picChg>
        <pc:inkChg chg="mod">
          <ac:chgData name="Rubio, Angel" userId="f551f9b7-999f-4af3-8cad-97f1558cb83a" providerId="ADAL" clId="{EDCC24BE-4D1E-4E00-B391-E4F3A5D75DE2}" dt="2023-08-31T09:47:46.245" v="61" actId="1036"/>
          <ac:inkMkLst>
            <pc:docMk/>
            <pc:sldMk cId="3991388156" sldId="283"/>
            <ac:inkMk id="10" creationId="{1D8D309D-A882-5EBD-47ED-32C3C3DF63C2}"/>
          </ac:inkMkLst>
        </pc:inkChg>
        <pc:inkChg chg="mod">
          <ac:chgData name="Rubio, Angel" userId="f551f9b7-999f-4af3-8cad-97f1558cb83a" providerId="ADAL" clId="{EDCC24BE-4D1E-4E00-B391-E4F3A5D75DE2}" dt="2023-08-31T09:47:46.245" v="61" actId="1036"/>
          <ac:inkMkLst>
            <pc:docMk/>
            <pc:sldMk cId="3991388156" sldId="283"/>
            <ac:inkMk id="11" creationId="{6D0A3313-530C-DFD9-6D63-4B03EFDC539B}"/>
          </ac:inkMkLst>
        </pc:inkChg>
        <pc:inkChg chg="mod">
          <ac:chgData name="Rubio, Angel" userId="f551f9b7-999f-4af3-8cad-97f1558cb83a" providerId="ADAL" clId="{EDCC24BE-4D1E-4E00-B391-E4F3A5D75DE2}" dt="2023-08-31T09:47:46.245" v="61" actId="1036"/>
          <ac:inkMkLst>
            <pc:docMk/>
            <pc:sldMk cId="3991388156" sldId="283"/>
            <ac:inkMk id="13" creationId="{5DD21682-1BAF-3FCC-C8CC-7FFEAB070312}"/>
          </ac:inkMkLst>
        </pc:inkChg>
        <pc:inkChg chg="mod">
          <ac:chgData name="Rubio, Angel" userId="f551f9b7-999f-4af3-8cad-97f1558cb83a" providerId="ADAL" clId="{EDCC24BE-4D1E-4E00-B391-E4F3A5D75DE2}" dt="2023-08-31T09:47:46.245" v="61" actId="1036"/>
          <ac:inkMkLst>
            <pc:docMk/>
            <pc:sldMk cId="3991388156" sldId="283"/>
            <ac:inkMk id="14" creationId="{9ADBEC7B-A2BA-4559-3BC3-7D5F97C95C65}"/>
          </ac:inkMkLst>
        </pc:inkChg>
        <pc:inkChg chg="mod">
          <ac:chgData name="Rubio, Angel" userId="f551f9b7-999f-4af3-8cad-97f1558cb83a" providerId="ADAL" clId="{EDCC24BE-4D1E-4E00-B391-E4F3A5D75DE2}" dt="2023-08-31T09:47:46.245" v="61" actId="1036"/>
          <ac:inkMkLst>
            <pc:docMk/>
            <pc:sldMk cId="3991388156" sldId="283"/>
            <ac:inkMk id="15" creationId="{A8FF65FC-2AE3-4F64-A90A-ED6369594186}"/>
          </ac:inkMkLst>
        </pc:inkChg>
        <pc:inkChg chg="mod">
          <ac:chgData name="Rubio, Angel" userId="f551f9b7-999f-4af3-8cad-97f1558cb83a" providerId="ADAL" clId="{EDCC24BE-4D1E-4E00-B391-E4F3A5D75DE2}" dt="2023-08-31T09:47:46.245" v="61" actId="1036"/>
          <ac:inkMkLst>
            <pc:docMk/>
            <pc:sldMk cId="3991388156" sldId="283"/>
            <ac:inkMk id="17" creationId="{2126DA4D-EDB6-A4A0-5F5E-8167559CBF39}"/>
          </ac:inkMkLst>
        </pc:inkChg>
        <pc:inkChg chg="mod">
          <ac:chgData name="Rubio, Angel" userId="f551f9b7-999f-4af3-8cad-97f1558cb83a" providerId="ADAL" clId="{EDCC24BE-4D1E-4E00-B391-E4F3A5D75DE2}" dt="2023-08-31T09:47:46.245" v="61" actId="1036"/>
          <ac:inkMkLst>
            <pc:docMk/>
            <pc:sldMk cId="3991388156" sldId="283"/>
            <ac:inkMk id="19" creationId="{4881732E-697A-3146-0A88-3E8B449A6CF1}"/>
          </ac:inkMkLst>
        </pc:inkChg>
      </pc:sldChg>
      <pc:sldChg chg="modSp mod">
        <pc:chgData name="Rubio, Angel" userId="f551f9b7-999f-4af3-8cad-97f1558cb83a" providerId="ADAL" clId="{EDCC24BE-4D1E-4E00-B391-E4F3A5D75DE2}" dt="2023-08-31T09:34:40.777" v="1" actId="20577"/>
        <pc:sldMkLst>
          <pc:docMk/>
          <pc:sldMk cId="2952520445" sldId="303"/>
        </pc:sldMkLst>
        <pc:spChg chg="mod">
          <ac:chgData name="Rubio, Angel" userId="f551f9b7-999f-4af3-8cad-97f1558cb83a" providerId="ADAL" clId="{EDCC24BE-4D1E-4E00-B391-E4F3A5D75DE2}" dt="2023-08-31T09:34:40.777" v="1" actId="20577"/>
          <ac:spMkLst>
            <pc:docMk/>
            <pc:sldMk cId="2952520445" sldId="303"/>
            <ac:spMk id="5" creationId="{D22A44F8-FB51-0541-8956-385E32BED20F}"/>
          </ac:spMkLst>
        </pc:spChg>
      </pc:sldChg>
      <pc:sldChg chg="modSp mod">
        <pc:chgData name="Rubio, Angel" userId="f551f9b7-999f-4af3-8cad-97f1558cb83a" providerId="ADAL" clId="{EDCC24BE-4D1E-4E00-B391-E4F3A5D75DE2}" dt="2023-08-31T09:33:13.324" v="0" actId="20577"/>
        <pc:sldMkLst>
          <pc:docMk/>
          <pc:sldMk cId="2097972282" sldId="309"/>
        </pc:sldMkLst>
        <pc:spChg chg="mod">
          <ac:chgData name="Rubio, Angel" userId="f551f9b7-999f-4af3-8cad-97f1558cb83a" providerId="ADAL" clId="{EDCC24BE-4D1E-4E00-B391-E4F3A5D75DE2}" dt="2023-08-31T09:33:13.324" v="0" actId="20577"/>
          <ac:spMkLst>
            <pc:docMk/>
            <pc:sldMk cId="2097972282" sldId="309"/>
            <ac:spMk id="37" creationId="{1DDFB8B7-4A35-5448-8168-BFAFD402AD19}"/>
          </ac:spMkLst>
        </pc:spChg>
      </pc:sldChg>
      <pc:sldChg chg="addSp delSp modSp">
        <pc:chgData name="Rubio, Angel" userId="f551f9b7-999f-4af3-8cad-97f1558cb83a" providerId="ADAL" clId="{EDCC24BE-4D1E-4E00-B391-E4F3A5D75DE2}" dt="2023-08-31T09:48:05.367" v="73" actId="1035"/>
        <pc:sldMkLst>
          <pc:docMk/>
          <pc:sldMk cId="1953431035" sldId="312"/>
        </pc:sldMkLst>
        <pc:spChg chg="mod">
          <ac:chgData name="Rubio, Angel" userId="f551f9b7-999f-4af3-8cad-97f1558cb83a" providerId="ADAL" clId="{EDCC24BE-4D1E-4E00-B391-E4F3A5D75DE2}" dt="2023-08-31T09:48:05.367" v="73" actId="1035"/>
          <ac:spMkLst>
            <pc:docMk/>
            <pc:sldMk cId="1953431035" sldId="312"/>
            <ac:spMk id="5" creationId="{620A97AF-1A33-794D-A57C-E10C3E37DEEC}"/>
          </ac:spMkLst>
        </pc:spChg>
        <pc:grpChg chg="add mod">
          <ac:chgData name="Rubio, Angel" userId="f551f9b7-999f-4af3-8cad-97f1558cb83a" providerId="ADAL" clId="{EDCC24BE-4D1E-4E00-B391-E4F3A5D75DE2}" dt="2023-08-31T09:48:05.367" v="73" actId="1035"/>
          <ac:grpSpMkLst>
            <pc:docMk/>
            <pc:sldMk cId="1953431035" sldId="312"/>
            <ac:grpSpMk id="3" creationId="{7D352417-C316-D908-6281-F8E0D3306697}"/>
          </ac:grpSpMkLst>
        </pc:grpChg>
        <pc:grpChg chg="mod">
          <ac:chgData name="Rubio, Angel" userId="f551f9b7-999f-4af3-8cad-97f1558cb83a" providerId="ADAL" clId="{EDCC24BE-4D1E-4E00-B391-E4F3A5D75DE2}" dt="2023-08-31T09:48:05.367" v="73" actId="1035"/>
          <ac:grpSpMkLst>
            <pc:docMk/>
            <pc:sldMk cId="1953431035" sldId="312"/>
            <ac:grpSpMk id="4" creationId="{9A3D4B61-0716-9E92-0C45-09FB74BCD32F}"/>
          </ac:grpSpMkLst>
        </pc:grpChg>
        <pc:grpChg chg="mod">
          <ac:chgData name="Rubio, Angel" userId="f551f9b7-999f-4af3-8cad-97f1558cb83a" providerId="ADAL" clId="{EDCC24BE-4D1E-4E00-B391-E4F3A5D75DE2}" dt="2023-08-31T09:48:05.367" v="73" actId="1035"/>
          <ac:grpSpMkLst>
            <pc:docMk/>
            <pc:sldMk cId="1953431035" sldId="312"/>
            <ac:grpSpMk id="10" creationId="{D1E26506-E8AD-11E7-85CE-FB13FE949D4C}"/>
          </ac:grpSpMkLst>
        </pc:grpChg>
        <pc:picChg chg="mod">
          <ac:chgData name="Rubio, Angel" userId="f551f9b7-999f-4af3-8cad-97f1558cb83a" providerId="ADAL" clId="{EDCC24BE-4D1E-4E00-B391-E4F3A5D75DE2}" dt="2023-08-31T09:48:05.367" v="73" actId="1035"/>
          <ac:picMkLst>
            <pc:docMk/>
            <pc:sldMk cId="1953431035" sldId="312"/>
            <ac:picMk id="6" creationId="{C84F608F-955C-32C6-9996-89B1FFF48046}"/>
          </ac:picMkLst>
        </pc:picChg>
        <pc:picChg chg="del">
          <ac:chgData name="Rubio, Angel" userId="f551f9b7-999f-4af3-8cad-97f1558cb83a" providerId="ADAL" clId="{EDCC24BE-4D1E-4E00-B391-E4F3A5D75DE2}" dt="2023-08-31T09:47:56.833" v="63" actId="478"/>
          <ac:picMkLst>
            <pc:docMk/>
            <pc:sldMk cId="1953431035" sldId="312"/>
            <ac:picMk id="8" creationId="{25241A9F-7D75-7B40-84AA-92165A9F3306}"/>
          </ac:picMkLst>
        </pc:picChg>
        <pc:inkChg chg="mod">
          <ac:chgData name="Rubio, Angel" userId="f551f9b7-999f-4af3-8cad-97f1558cb83a" providerId="ADAL" clId="{EDCC24BE-4D1E-4E00-B391-E4F3A5D75DE2}" dt="2023-08-31T09:48:05.367" v="73" actId="1035"/>
          <ac:inkMkLst>
            <pc:docMk/>
            <pc:sldMk cId="1953431035" sldId="312"/>
            <ac:inkMk id="11" creationId="{34B99B89-7036-B054-A143-4E726F94DBB6}"/>
          </ac:inkMkLst>
        </pc:inkChg>
        <pc:inkChg chg="mod">
          <ac:chgData name="Rubio, Angel" userId="f551f9b7-999f-4af3-8cad-97f1558cb83a" providerId="ADAL" clId="{EDCC24BE-4D1E-4E00-B391-E4F3A5D75DE2}" dt="2023-08-31T09:48:05.367" v="73" actId="1035"/>
          <ac:inkMkLst>
            <pc:docMk/>
            <pc:sldMk cId="1953431035" sldId="312"/>
            <ac:inkMk id="12" creationId="{56C72444-4B93-FB6D-3E4D-A1F1B9DFED4D}"/>
          </ac:inkMkLst>
        </pc:inkChg>
        <pc:inkChg chg="mod">
          <ac:chgData name="Rubio, Angel" userId="f551f9b7-999f-4af3-8cad-97f1558cb83a" providerId="ADAL" clId="{EDCC24BE-4D1E-4E00-B391-E4F3A5D75DE2}" dt="2023-08-31T09:48:05.367" v="73" actId="1035"/>
          <ac:inkMkLst>
            <pc:docMk/>
            <pc:sldMk cId="1953431035" sldId="312"/>
            <ac:inkMk id="13" creationId="{58235531-5A72-9527-AD56-32B76BE2E7B2}"/>
          </ac:inkMkLst>
        </pc:inkChg>
        <pc:inkChg chg="mod">
          <ac:chgData name="Rubio, Angel" userId="f551f9b7-999f-4af3-8cad-97f1558cb83a" providerId="ADAL" clId="{EDCC24BE-4D1E-4E00-B391-E4F3A5D75DE2}" dt="2023-08-31T09:48:05.367" v="73" actId="1035"/>
          <ac:inkMkLst>
            <pc:docMk/>
            <pc:sldMk cId="1953431035" sldId="312"/>
            <ac:inkMk id="14" creationId="{F0EA3552-EC8E-0F28-5B2A-9BF8E96CC698}"/>
          </ac:inkMkLst>
        </pc:inkChg>
        <pc:inkChg chg="mod">
          <ac:chgData name="Rubio, Angel" userId="f551f9b7-999f-4af3-8cad-97f1558cb83a" providerId="ADAL" clId="{EDCC24BE-4D1E-4E00-B391-E4F3A5D75DE2}" dt="2023-08-31T09:48:05.367" v="73" actId="1035"/>
          <ac:inkMkLst>
            <pc:docMk/>
            <pc:sldMk cId="1953431035" sldId="312"/>
            <ac:inkMk id="15" creationId="{E0811026-8909-696A-CC31-455A86134DA7}"/>
          </ac:inkMkLst>
        </pc:inkChg>
        <pc:inkChg chg="mod">
          <ac:chgData name="Rubio, Angel" userId="f551f9b7-999f-4af3-8cad-97f1558cb83a" providerId="ADAL" clId="{EDCC24BE-4D1E-4E00-B391-E4F3A5D75DE2}" dt="2023-08-31T09:48:05.367" v="73" actId="1035"/>
          <ac:inkMkLst>
            <pc:docMk/>
            <pc:sldMk cId="1953431035" sldId="312"/>
            <ac:inkMk id="17" creationId="{C9D98FAB-FEE1-E2C2-B4E7-CF18036E033D}"/>
          </ac:inkMkLst>
        </pc:inkChg>
        <pc:inkChg chg="mod">
          <ac:chgData name="Rubio, Angel" userId="f551f9b7-999f-4af3-8cad-97f1558cb83a" providerId="ADAL" clId="{EDCC24BE-4D1E-4E00-B391-E4F3A5D75DE2}" dt="2023-08-31T09:48:05.367" v="73" actId="1035"/>
          <ac:inkMkLst>
            <pc:docMk/>
            <pc:sldMk cId="1953431035" sldId="312"/>
            <ac:inkMk id="19" creationId="{889A8301-05EE-019B-B58A-383C8A0C0A55}"/>
          </ac:inkMkLst>
        </pc:inkChg>
      </pc:sldChg>
      <pc:sldChg chg="addSp delSp modSp mod">
        <pc:chgData name="Rubio, Angel" userId="f551f9b7-999f-4af3-8cad-97f1558cb83a" providerId="ADAL" clId="{EDCC24BE-4D1E-4E00-B391-E4F3A5D75DE2}" dt="2023-08-31T09:50:38.681" v="161" actId="1035"/>
        <pc:sldMkLst>
          <pc:docMk/>
          <pc:sldMk cId="3830631130" sldId="317"/>
        </pc:sldMkLst>
        <pc:spChg chg="mod">
          <ac:chgData name="Rubio, Angel" userId="f551f9b7-999f-4af3-8cad-97f1558cb83a" providerId="ADAL" clId="{EDCC24BE-4D1E-4E00-B391-E4F3A5D75DE2}" dt="2023-08-31T09:50:38.681" v="161" actId="1035"/>
          <ac:spMkLst>
            <pc:docMk/>
            <pc:sldMk cId="3830631130" sldId="317"/>
            <ac:spMk id="2" creationId="{D645C6E5-823D-4A4B-892D-A168CF6B8C1E}"/>
          </ac:spMkLst>
        </pc:spChg>
        <pc:spChg chg="mod">
          <ac:chgData name="Rubio, Angel" userId="f551f9b7-999f-4af3-8cad-97f1558cb83a" providerId="ADAL" clId="{EDCC24BE-4D1E-4E00-B391-E4F3A5D75DE2}" dt="2023-08-31T09:50:38.681" v="161" actId="1035"/>
          <ac:spMkLst>
            <pc:docMk/>
            <pc:sldMk cId="3830631130" sldId="317"/>
            <ac:spMk id="5" creationId="{918236BE-AE95-0AD5-3827-D6C4752F3FEF}"/>
          </ac:spMkLst>
        </pc:spChg>
        <pc:spChg chg="mod">
          <ac:chgData name="Rubio, Angel" userId="f551f9b7-999f-4af3-8cad-97f1558cb83a" providerId="ADAL" clId="{EDCC24BE-4D1E-4E00-B391-E4F3A5D75DE2}" dt="2023-08-31T09:50:23.422" v="120" actId="1038"/>
          <ac:spMkLst>
            <pc:docMk/>
            <pc:sldMk cId="3830631130" sldId="317"/>
            <ac:spMk id="10" creationId="{41DC129B-E090-4888-92D7-CBD20AFE41D1}"/>
          </ac:spMkLst>
        </pc:spChg>
        <pc:spChg chg="mod">
          <ac:chgData name="Rubio, Angel" userId="f551f9b7-999f-4af3-8cad-97f1558cb83a" providerId="ADAL" clId="{EDCC24BE-4D1E-4E00-B391-E4F3A5D75DE2}" dt="2023-08-31T09:50:28.191" v="122" actId="1076"/>
          <ac:spMkLst>
            <pc:docMk/>
            <pc:sldMk cId="3830631130" sldId="317"/>
            <ac:spMk id="12" creationId="{6C56C59D-8144-E147-A1AC-2A8EFEF96EF4}"/>
          </ac:spMkLst>
        </pc:spChg>
        <pc:spChg chg="mod">
          <ac:chgData name="Rubio, Angel" userId="f551f9b7-999f-4af3-8cad-97f1558cb83a" providerId="ADAL" clId="{EDCC24BE-4D1E-4E00-B391-E4F3A5D75DE2}" dt="2023-08-31T09:50:23.422" v="120" actId="1038"/>
          <ac:spMkLst>
            <pc:docMk/>
            <pc:sldMk cId="3830631130" sldId="317"/>
            <ac:spMk id="16" creationId="{B9E9AB35-DD49-DE47-87B4-69DDFF36A7D9}"/>
          </ac:spMkLst>
        </pc:spChg>
        <pc:grpChg chg="add mod">
          <ac:chgData name="Rubio, Angel" userId="f551f9b7-999f-4af3-8cad-97f1558cb83a" providerId="ADAL" clId="{EDCC24BE-4D1E-4E00-B391-E4F3A5D75DE2}" dt="2023-08-31T09:50:38.681" v="161" actId="1035"/>
          <ac:grpSpMkLst>
            <pc:docMk/>
            <pc:sldMk cId="3830631130" sldId="317"/>
            <ac:grpSpMk id="3" creationId="{25A1CF14-87BF-6C89-49A8-78065572544C}"/>
          </ac:grpSpMkLst>
        </pc:grpChg>
        <pc:grpChg chg="mod">
          <ac:chgData name="Rubio, Angel" userId="f551f9b7-999f-4af3-8cad-97f1558cb83a" providerId="ADAL" clId="{EDCC24BE-4D1E-4E00-B391-E4F3A5D75DE2}" dt="2023-08-31T09:50:38.681" v="161" actId="1035"/>
          <ac:grpSpMkLst>
            <pc:docMk/>
            <pc:sldMk cId="3830631130" sldId="317"/>
            <ac:grpSpMk id="4" creationId="{08A2C218-2B20-4F52-D54D-D9084B60F9BA}"/>
          </ac:grpSpMkLst>
        </pc:grpChg>
        <pc:grpChg chg="mod">
          <ac:chgData name="Rubio, Angel" userId="f551f9b7-999f-4af3-8cad-97f1558cb83a" providerId="ADAL" clId="{EDCC24BE-4D1E-4E00-B391-E4F3A5D75DE2}" dt="2023-08-31T09:50:38.681" v="161" actId="1035"/>
          <ac:grpSpMkLst>
            <pc:docMk/>
            <pc:sldMk cId="3830631130" sldId="317"/>
            <ac:grpSpMk id="7" creationId="{0AE6F131-F834-9971-3164-CD370CDD7618}"/>
          </ac:grpSpMkLst>
        </pc:grpChg>
        <pc:picChg chg="mod">
          <ac:chgData name="Rubio, Angel" userId="f551f9b7-999f-4af3-8cad-97f1558cb83a" providerId="ADAL" clId="{EDCC24BE-4D1E-4E00-B391-E4F3A5D75DE2}" dt="2023-08-31T09:50:38.681" v="161" actId="1035"/>
          <ac:picMkLst>
            <pc:docMk/>
            <pc:sldMk cId="3830631130" sldId="317"/>
            <ac:picMk id="6" creationId="{A29A1F76-A54B-9C10-1F86-A46767F51B8A}"/>
          </ac:picMkLst>
        </pc:picChg>
        <pc:picChg chg="del">
          <ac:chgData name="Rubio, Angel" userId="f551f9b7-999f-4af3-8cad-97f1558cb83a" providerId="ADAL" clId="{EDCC24BE-4D1E-4E00-B391-E4F3A5D75DE2}" dt="2023-08-31T09:50:08.160" v="74" actId="478"/>
          <ac:picMkLst>
            <pc:docMk/>
            <pc:sldMk cId="3830631130" sldId="317"/>
            <ac:picMk id="8" creationId="{25241A9F-7D75-7B40-84AA-92165A9F3306}"/>
          </ac:picMkLst>
        </pc:picChg>
        <pc:picChg chg="mod">
          <ac:chgData name="Rubio, Angel" userId="f551f9b7-999f-4af3-8cad-97f1558cb83a" providerId="ADAL" clId="{EDCC24BE-4D1E-4E00-B391-E4F3A5D75DE2}" dt="2023-08-31T09:50:23.422" v="120" actId="1038"/>
          <ac:picMkLst>
            <pc:docMk/>
            <pc:sldMk cId="3830631130" sldId="317"/>
            <ac:picMk id="9" creationId="{1688CFA3-CE32-42B0-A43A-D64B37E9ADBF}"/>
          </ac:picMkLst>
        </pc:picChg>
        <pc:picChg chg="mod">
          <ac:chgData name="Rubio, Angel" userId="f551f9b7-999f-4af3-8cad-97f1558cb83a" providerId="ADAL" clId="{EDCC24BE-4D1E-4E00-B391-E4F3A5D75DE2}" dt="2023-08-31T09:50:23.422" v="120" actId="1038"/>
          <ac:picMkLst>
            <pc:docMk/>
            <pc:sldMk cId="3830631130" sldId="317"/>
            <ac:picMk id="18" creationId="{DB7F7223-9553-3147-A55D-F386E447C69C}"/>
          </ac:picMkLst>
        </pc:picChg>
        <pc:inkChg chg="mod">
          <ac:chgData name="Rubio, Angel" userId="f551f9b7-999f-4af3-8cad-97f1558cb83a" providerId="ADAL" clId="{EDCC24BE-4D1E-4E00-B391-E4F3A5D75DE2}" dt="2023-08-31T09:50:38.681" v="161" actId="1035"/>
          <ac:inkMkLst>
            <pc:docMk/>
            <pc:sldMk cId="3830631130" sldId="317"/>
            <ac:inkMk id="11" creationId="{3D20297A-F8AE-072E-4D8C-2CBC210B3016}"/>
          </ac:inkMkLst>
        </pc:inkChg>
        <pc:inkChg chg="mod">
          <ac:chgData name="Rubio, Angel" userId="f551f9b7-999f-4af3-8cad-97f1558cb83a" providerId="ADAL" clId="{EDCC24BE-4D1E-4E00-B391-E4F3A5D75DE2}" dt="2023-08-31T09:50:38.681" v="161" actId="1035"/>
          <ac:inkMkLst>
            <pc:docMk/>
            <pc:sldMk cId="3830631130" sldId="317"/>
            <ac:inkMk id="13" creationId="{50C0403B-1A07-043C-292A-47D633D6A334}"/>
          </ac:inkMkLst>
        </pc:inkChg>
        <pc:inkChg chg="mod">
          <ac:chgData name="Rubio, Angel" userId="f551f9b7-999f-4af3-8cad-97f1558cb83a" providerId="ADAL" clId="{EDCC24BE-4D1E-4E00-B391-E4F3A5D75DE2}" dt="2023-08-31T09:50:38.681" v="161" actId="1035"/>
          <ac:inkMkLst>
            <pc:docMk/>
            <pc:sldMk cId="3830631130" sldId="317"/>
            <ac:inkMk id="14" creationId="{7B97EF59-FEE7-6539-DD36-729DD1DC4B38}"/>
          </ac:inkMkLst>
        </pc:inkChg>
        <pc:inkChg chg="mod">
          <ac:chgData name="Rubio, Angel" userId="f551f9b7-999f-4af3-8cad-97f1558cb83a" providerId="ADAL" clId="{EDCC24BE-4D1E-4E00-B391-E4F3A5D75DE2}" dt="2023-08-31T09:50:38.681" v="161" actId="1035"/>
          <ac:inkMkLst>
            <pc:docMk/>
            <pc:sldMk cId="3830631130" sldId="317"/>
            <ac:inkMk id="15" creationId="{4497E3AB-4F90-9671-BAD3-E72BFDC2165B}"/>
          </ac:inkMkLst>
        </pc:inkChg>
        <pc:inkChg chg="mod">
          <ac:chgData name="Rubio, Angel" userId="f551f9b7-999f-4af3-8cad-97f1558cb83a" providerId="ADAL" clId="{EDCC24BE-4D1E-4E00-B391-E4F3A5D75DE2}" dt="2023-08-31T09:50:38.681" v="161" actId="1035"/>
          <ac:inkMkLst>
            <pc:docMk/>
            <pc:sldMk cId="3830631130" sldId="317"/>
            <ac:inkMk id="17" creationId="{E9613504-C561-A0D3-5D32-ACE570FE4BA5}"/>
          </ac:inkMkLst>
        </pc:inkChg>
        <pc:inkChg chg="mod">
          <ac:chgData name="Rubio, Angel" userId="f551f9b7-999f-4af3-8cad-97f1558cb83a" providerId="ADAL" clId="{EDCC24BE-4D1E-4E00-B391-E4F3A5D75DE2}" dt="2023-08-31T09:50:38.681" v="161" actId="1035"/>
          <ac:inkMkLst>
            <pc:docMk/>
            <pc:sldMk cId="3830631130" sldId="317"/>
            <ac:inkMk id="19" creationId="{A0DF3C8D-8D27-726C-1566-00C652F3A2FE}"/>
          </ac:inkMkLst>
        </pc:inkChg>
        <pc:inkChg chg="mod">
          <ac:chgData name="Rubio, Angel" userId="f551f9b7-999f-4af3-8cad-97f1558cb83a" providerId="ADAL" clId="{EDCC24BE-4D1E-4E00-B391-E4F3A5D75DE2}" dt="2023-08-31T09:50:38.681" v="161" actId="1035"/>
          <ac:inkMkLst>
            <pc:docMk/>
            <pc:sldMk cId="3830631130" sldId="317"/>
            <ac:inkMk id="20" creationId="{12D566AA-2F45-0B97-C5D4-23088E3D439C}"/>
          </ac:inkMkLst>
        </pc:inkChg>
      </pc:sldChg>
      <pc:sldChg chg="modSp mod">
        <pc:chgData name="Rubio, Angel" userId="f551f9b7-999f-4af3-8cad-97f1558cb83a" providerId="ADAL" clId="{EDCC24BE-4D1E-4E00-B391-E4F3A5D75DE2}" dt="2023-09-07T15:04:03.007" v="163" actId="768"/>
        <pc:sldMkLst>
          <pc:docMk/>
          <pc:sldMk cId="2134758135" sldId="320"/>
        </pc:sldMkLst>
        <pc:spChg chg="mod">
          <ac:chgData name="Rubio, Angel" userId="f551f9b7-999f-4af3-8cad-97f1558cb83a" providerId="ADAL" clId="{EDCC24BE-4D1E-4E00-B391-E4F3A5D75DE2}" dt="2023-09-07T15:04:03.007" v="163" actId="768"/>
          <ac:spMkLst>
            <pc:docMk/>
            <pc:sldMk cId="2134758135" sldId="320"/>
            <ac:spMk id="4" creationId="{5D64E173-FDE4-439D-96AA-3BE487111DAB}"/>
          </ac:spMkLst>
        </pc:spChg>
      </pc:sldChg>
      <pc:sldChg chg="modSp mod">
        <pc:chgData name="Rubio, Angel" userId="f551f9b7-999f-4af3-8cad-97f1558cb83a" providerId="ADAL" clId="{EDCC24BE-4D1E-4E00-B391-E4F3A5D75DE2}" dt="2023-08-31T09:35:28.289" v="11" actId="20577"/>
        <pc:sldMkLst>
          <pc:docMk/>
          <pc:sldMk cId="873580167" sldId="345"/>
        </pc:sldMkLst>
        <pc:spChg chg="mod">
          <ac:chgData name="Rubio, Angel" userId="f551f9b7-999f-4af3-8cad-97f1558cb83a" providerId="ADAL" clId="{EDCC24BE-4D1E-4E00-B391-E4F3A5D75DE2}" dt="2023-08-31T09:35:28.289" v="11" actId="20577"/>
          <ac:spMkLst>
            <pc:docMk/>
            <pc:sldMk cId="873580167" sldId="345"/>
            <ac:spMk id="5" creationId="{D22A44F8-FB51-0541-8956-385E32BED20F}"/>
          </ac:spMkLst>
        </pc:spChg>
      </pc:sldChg>
      <pc:sldChg chg="addSp delSp modSp new del mod">
        <pc:chgData name="Rubio, Angel" userId="f551f9b7-999f-4af3-8cad-97f1558cb83a" providerId="ADAL" clId="{EDCC24BE-4D1E-4E00-B391-E4F3A5D75DE2}" dt="2023-08-31T09:47:49.283" v="62" actId="47"/>
        <pc:sldMkLst>
          <pc:docMk/>
          <pc:sldMk cId="1933902438" sldId="351"/>
        </pc:sldMkLst>
        <pc:spChg chg="add mod ord">
          <ac:chgData name="Rubio, Angel" userId="f551f9b7-999f-4af3-8cad-97f1558cb83a" providerId="ADAL" clId="{EDCC24BE-4D1E-4E00-B391-E4F3A5D75DE2}" dt="2023-08-31T09:47:21.399" v="52" actId="166"/>
          <ac:spMkLst>
            <pc:docMk/>
            <pc:sldMk cId="1933902438" sldId="351"/>
            <ac:spMk id="4" creationId="{13943558-D5C4-C8D0-AF05-E32DAE7058AE}"/>
          </ac:spMkLst>
        </pc:spChg>
        <pc:spChg chg="add del">
          <ac:chgData name="Rubio, Angel" userId="f551f9b7-999f-4af3-8cad-97f1558cb83a" providerId="ADAL" clId="{EDCC24BE-4D1E-4E00-B391-E4F3A5D75DE2}" dt="2023-08-31T09:45:00.359" v="32" actId="478"/>
          <ac:spMkLst>
            <pc:docMk/>
            <pc:sldMk cId="1933902438" sldId="351"/>
            <ac:spMk id="7" creationId="{CE6B20A7-CD60-B8E7-750B-F77FB2B0EB6A}"/>
          </ac:spMkLst>
        </pc:spChg>
        <pc:grpChg chg="del mod">
          <ac:chgData name="Rubio, Angel" userId="f551f9b7-999f-4af3-8cad-97f1558cb83a" providerId="ADAL" clId="{EDCC24BE-4D1E-4E00-B391-E4F3A5D75DE2}" dt="2023-08-31T09:45:55.569" v="40"/>
          <ac:grpSpMkLst>
            <pc:docMk/>
            <pc:sldMk cId="1933902438" sldId="351"/>
            <ac:grpSpMk id="11" creationId="{04ABD985-9C7C-5265-7BDA-A82DA652C951}"/>
          </ac:grpSpMkLst>
        </pc:grpChg>
        <pc:grpChg chg="del mod">
          <ac:chgData name="Rubio, Angel" userId="f551f9b7-999f-4af3-8cad-97f1558cb83a" providerId="ADAL" clId="{EDCC24BE-4D1E-4E00-B391-E4F3A5D75DE2}" dt="2023-08-31T09:45:59.376" v="43"/>
          <ac:grpSpMkLst>
            <pc:docMk/>
            <pc:sldMk cId="1933902438" sldId="351"/>
            <ac:grpSpMk id="13" creationId="{49051142-E27C-705A-C811-B68166B38ACD}"/>
          </ac:grpSpMkLst>
        </pc:grpChg>
        <pc:grpChg chg="del mod">
          <ac:chgData name="Rubio, Angel" userId="f551f9b7-999f-4af3-8cad-97f1558cb83a" providerId="ADAL" clId="{EDCC24BE-4D1E-4E00-B391-E4F3A5D75DE2}" dt="2023-08-31T09:46:01.233" v="45"/>
          <ac:grpSpMkLst>
            <pc:docMk/>
            <pc:sldMk cId="1933902438" sldId="351"/>
            <ac:grpSpMk id="16" creationId="{D015F00E-4DC2-08B5-C7A0-EA15E0DA0980}"/>
          </ac:grpSpMkLst>
        </pc:grpChg>
        <pc:grpChg chg="del mod">
          <ac:chgData name="Rubio, Angel" userId="f551f9b7-999f-4af3-8cad-97f1558cb83a" providerId="ADAL" clId="{EDCC24BE-4D1E-4E00-B391-E4F3A5D75DE2}" dt="2023-08-31T09:46:01.781" v="47"/>
          <ac:grpSpMkLst>
            <pc:docMk/>
            <pc:sldMk cId="1933902438" sldId="351"/>
            <ac:grpSpMk id="18" creationId="{864085EF-37A3-9F88-0E75-69D9A9A3F89B}"/>
          </ac:grpSpMkLst>
        </pc:grpChg>
        <pc:grpChg chg="del mod">
          <ac:chgData name="Rubio, Angel" userId="f551f9b7-999f-4af3-8cad-97f1558cb83a" providerId="ADAL" clId="{EDCC24BE-4D1E-4E00-B391-E4F3A5D75DE2}" dt="2023-08-31T09:46:56.572" v="48" actId="165"/>
          <ac:grpSpMkLst>
            <pc:docMk/>
            <pc:sldMk cId="1933902438" sldId="351"/>
            <ac:grpSpMk id="20" creationId="{B36AEE4D-D01C-7998-BE8D-70392444C092}"/>
          </ac:grpSpMkLst>
        </pc:grpChg>
        <pc:grpChg chg="add mod">
          <ac:chgData name="Rubio, Angel" userId="f551f9b7-999f-4af3-8cad-97f1558cb83a" providerId="ADAL" clId="{EDCC24BE-4D1E-4E00-B391-E4F3A5D75DE2}" dt="2023-08-31T09:47:11.707" v="50" actId="164"/>
          <ac:grpSpMkLst>
            <pc:docMk/>
            <pc:sldMk cId="1933902438" sldId="351"/>
            <ac:grpSpMk id="21" creationId="{635C92F7-C7ED-8CFC-079A-8711A061737D}"/>
          </ac:grpSpMkLst>
        </pc:grpChg>
        <pc:grpChg chg="add mod">
          <ac:chgData name="Rubio, Angel" userId="f551f9b7-999f-4af3-8cad-97f1558cb83a" providerId="ADAL" clId="{EDCC24BE-4D1E-4E00-B391-E4F3A5D75DE2}" dt="2023-08-31T09:47:17.938" v="51" actId="164"/>
          <ac:grpSpMkLst>
            <pc:docMk/>
            <pc:sldMk cId="1933902438" sldId="351"/>
            <ac:grpSpMk id="22" creationId="{AFCE647F-3D5E-31CB-00E2-C17A192E6365}"/>
          </ac:grpSpMkLst>
        </pc:grpChg>
        <pc:grpChg chg="add mod">
          <ac:chgData name="Rubio, Angel" userId="f551f9b7-999f-4af3-8cad-97f1558cb83a" providerId="ADAL" clId="{EDCC24BE-4D1E-4E00-B391-E4F3A5D75DE2}" dt="2023-08-31T09:47:17.938" v="51" actId="164"/>
          <ac:grpSpMkLst>
            <pc:docMk/>
            <pc:sldMk cId="1933902438" sldId="351"/>
            <ac:grpSpMk id="23" creationId="{57B222E2-AA1C-D947-E22F-41FC6ACAF7EF}"/>
          </ac:grpSpMkLst>
        </pc:grpChg>
        <pc:picChg chg="add mod">
          <ac:chgData name="Rubio, Angel" userId="f551f9b7-999f-4af3-8cad-97f1558cb83a" providerId="ADAL" clId="{EDCC24BE-4D1E-4E00-B391-E4F3A5D75DE2}" dt="2023-08-31T09:47:11.707" v="50" actId="164"/>
          <ac:picMkLst>
            <pc:docMk/>
            <pc:sldMk cId="1933902438" sldId="351"/>
            <ac:picMk id="3" creationId="{0B842DF2-6882-9B53-17EE-2CD932990A6D}"/>
          </ac:picMkLst>
        </pc:picChg>
        <pc:inkChg chg="add del">
          <ac:chgData name="Rubio, Angel" userId="f551f9b7-999f-4af3-8cad-97f1558cb83a" providerId="ADAL" clId="{EDCC24BE-4D1E-4E00-B391-E4F3A5D75DE2}" dt="2023-08-31T09:45:40.297" v="34" actId="478"/>
          <ac:inkMkLst>
            <pc:docMk/>
            <pc:sldMk cId="1933902438" sldId="351"/>
            <ac:inkMk id="8" creationId="{2E0D6B33-980E-75CB-FA40-380FC2FF23A4}"/>
          </ac:inkMkLst>
        </pc:inkChg>
        <pc:inkChg chg="add mod topLvl">
          <ac:chgData name="Rubio, Angel" userId="f551f9b7-999f-4af3-8cad-97f1558cb83a" providerId="ADAL" clId="{EDCC24BE-4D1E-4E00-B391-E4F3A5D75DE2}" dt="2023-08-31T09:47:03.699" v="49" actId="338"/>
          <ac:inkMkLst>
            <pc:docMk/>
            <pc:sldMk cId="1933902438" sldId="351"/>
            <ac:inkMk id="9" creationId="{F0C06CBD-78F9-1A50-1E2E-E1E23FD53D80}"/>
          </ac:inkMkLst>
        </pc:inkChg>
        <pc:inkChg chg="add mod topLvl">
          <ac:chgData name="Rubio, Angel" userId="f551f9b7-999f-4af3-8cad-97f1558cb83a" providerId="ADAL" clId="{EDCC24BE-4D1E-4E00-B391-E4F3A5D75DE2}" dt="2023-08-31T09:47:03.699" v="49" actId="338"/>
          <ac:inkMkLst>
            <pc:docMk/>
            <pc:sldMk cId="1933902438" sldId="351"/>
            <ac:inkMk id="10" creationId="{44047943-7927-69B3-DF36-D73005F87A1B}"/>
          </ac:inkMkLst>
        </pc:inkChg>
        <pc:inkChg chg="add mod topLvl">
          <ac:chgData name="Rubio, Angel" userId="f551f9b7-999f-4af3-8cad-97f1558cb83a" providerId="ADAL" clId="{EDCC24BE-4D1E-4E00-B391-E4F3A5D75DE2}" dt="2023-08-31T09:47:03.699" v="49" actId="338"/>
          <ac:inkMkLst>
            <pc:docMk/>
            <pc:sldMk cId="1933902438" sldId="351"/>
            <ac:inkMk id="12" creationId="{36070EDA-4206-99FD-9809-6DCFCA2A1B63}"/>
          </ac:inkMkLst>
        </pc:inkChg>
        <pc:inkChg chg="add mod topLvl">
          <ac:chgData name="Rubio, Angel" userId="f551f9b7-999f-4af3-8cad-97f1558cb83a" providerId="ADAL" clId="{EDCC24BE-4D1E-4E00-B391-E4F3A5D75DE2}" dt="2023-08-31T09:47:03.699" v="49" actId="338"/>
          <ac:inkMkLst>
            <pc:docMk/>
            <pc:sldMk cId="1933902438" sldId="351"/>
            <ac:inkMk id="14" creationId="{DCA120F3-5CD5-C0D1-C0C4-B1A7F2F12DEA}"/>
          </ac:inkMkLst>
        </pc:inkChg>
        <pc:inkChg chg="add mod topLvl">
          <ac:chgData name="Rubio, Angel" userId="f551f9b7-999f-4af3-8cad-97f1558cb83a" providerId="ADAL" clId="{EDCC24BE-4D1E-4E00-B391-E4F3A5D75DE2}" dt="2023-08-31T09:47:03.699" v="49" actId="338"/>
          <ac:inkMkLst>
            <pc:docMk/>
            <pc:sldMk cId="1933902438" sldId="351"/>
            <ac:inkMk id="15" creationId="{66F025EB-A5E1-CD7C-FBDB-834AEFC77A6A}"/>
          </ac:inkMkLst>
        </pc:inkChg>
        <pc:inkChg chg="add mod topLvl">
          <ac:chgData name="Rubio, Angel" userId="f551f9b7-999f-4af3-8cad-97f1558cb83a" providerId="ADAL" clId="{EDCC24BE-4D1E-4E00-B391-E4F3A5D75DE2}" dt="2023-08-31T09:47:03.699" v="49" actId="338"/>
          <ac:inkMkLst>
            <pc:docMk/>
            <pc:sldMk cId="1933902438" sldId="351"/>
            <ac:inkMk id="17" creationId="{AF7C0700-7397-57AE-38F5-59B89163853D}"/>
          </ac:inkMkLst>
        </pc:inkChg>
        <pc:inkChg chg="add mod topLvl">
          <ac:chgData name="Rubio, Angel" userId="f551f9b7-999f-4af3-8cad-97f1558cb83a" providerId="ADAL" clId="{EDCC24BE-4D1E-4E00-B391-E4F3A5D75DE2}" dt="2023-08-31T09:47:03.699" v="49" actId="338"/>
          <ac:inkMkLst>
            <pc:docMk/>
            <pc:sldMk cId="1933902438" sldId="351"/>
            <ac:inkMk id="19" creationId="{2E2C02A9-E0C1-BFAB-21F6-53DD7F316D98}"/>
          </ac:inkMkLst>
        </pc:inkChg>
        <pc:cxnChg chg="add del">
          <ac:chgData name="Rubio, Angel" userId="f551f9b7-999f-4af3-8cad-97f1558cb83a" providerId="ADAL" clId="{EDCC24BE-4D1E-4E00-B391-E4F3A5D75DE2}" dt="2023-08-31T09:45:46.407" v="35" actId="478"/>
          <ac:cxnSpMkLst>
            <pc:docMk/>
            <pc:sldMk cId="1933902438" sldId="351"/>
            <ac:cxnSpMk id="6" creationId="{B029ECF0-2E9D-E2FE-7B8E-21651CBA9DCC}"/>
          </ac:cxnSpMkLst>
        </pc:cxnChg>
      </pc:sldChg>
    </pc:docChg>
  </pc:docChgLst>
  <pc:docChgLst>
    <pc:chgData name="Rubio, Angel" userId="f551f9b7-999f-4af3-8cad-97f1558cb83a" providerId="ADAL" clId="{08517AAF-7467-4798-A8A2-7519FE8A1EF4}"/>
    <pc:docChg chg="undo custSel addSld delSld modSld">
      <pc:chgData name="Rubio, Angel" userId="f551f9b7-999f-4af3-8cad-97f1558cb83a" providerId="ADAL" clId="{08517AAF-7467-4798-A8A2-7519FE8A1EF4}" dt="2022-09-19T16:48:38.970" v="5899" actId="6549"/>
      <pc:docMkLst>
        <pc:docMk/>
      </pc:docMkLst>
      <pc:sldChg chg="modSp mod">
        <pc:chgData name="Rubio, Angel" userId="f551f9b7-999f-4af3-8cad-97f1558cb83a" providerId="ADAL" clId="{08517AAF-7467-4798-A8A2-7519FE8A1EF4}" dt="2022-09-19T16:41:47.064" v="5741" actId="20577"/>
        <pc:sldMkLst>
          <pc:docMk/>
          <pc:sldMk cId="0" sldId="257"/>
        </pc:sldMkLst>
        <pc:spChg chg="mod">
          <ac:chgData name="Rubio, Angel" userId="f551f9b7-999f-4af3-8cad-97f1558cb83a" providerId="ADAL" clId="{08517AAF-7467-4798-A8A2-7519FE8A1EF4}" dt="2022-09-19T16:41:47.064" v="5741" actId="20577"/>
          <ac:spMkLst>
            <pc:docMk/>
            <pc:sldMk cId="0" sldId="257"/>
            <ac:spMk id="22" creationId="{A20BE157-C45A-9244-876B-CA2B490EDF99}"/>
          </ac:spMkLst>
        </pc:spChg>
      </pc:sldChg>
      <pc:sldChg chg="modSp mod">
        <pc:chgData name="Rubio, Angel" userId="f551f9b7-999f-4af3-8cad-97f1558cb83a" providerId="ADAL" clId="{08517AAF-7467-4798-A8A2-7519FE8A1EF4}" dt="2022-09-14T10:23:30.074" v="6" actId="20577"/>
        <pc:sldMkLst>
          <pc:docMk/>
          <pc:sldMk cId="0" sldId="259"/>
        </pc:sldMkLst>
        <pc:spChg chg="mod">
          <ac:chgData name="Rubio, Angel" userId="f551f9b7-999f-4af3-8cad-97f1558cb83a" providerId="ADAL" clId="{08517AAF-7467-4798-A8A2-7519FE8A1EF4}" dt="2022-09-14T10:23:30.074" v="6" actId="20577"/>
          <ac:spMkLst>
            <pc:docMk/>
            <pc:sldMk cId="0" sldId="259"/>
            <ac:spMk id="4" creationId="{00000000-0000-0000-0000-000000000000}"/>
          </ac:spMkLst>
        </pc:spChg>
      </pc:sldChg>
      <pc:sldChg chg="modNotesTx">
        <pc:chgData name="Rubio, Angel" userId="f551f9b7-999f-4af3-8cad-97f1558cb83a" providerId="ADAL" clId="{08517AAF-7467-4798-A8A2-7519FE8A1EF4}" dt="2022-09-14T14:32:59.971" v="521" actId="20577"/>
        <pc:sldMkLst>
          <pc:docMk/>
          <pc:sldMk cId="1920701312" sldId="290"/>
        </pc:sldMkLst>
      </pc:sldChg>
      <pc:sldChg chg="modSp mod modNotesTx">
        <pc:chgData name="Rubio, Angel" userId="f551f9b7-999f-4af3-8cad-97f1558cb83a" providerId="ADAL" clId="{08517AAF-7467-4798-A8A2-7519FE8A1EF4}" dt="2022-09-14T14:34:12.546" v="611" actId="6549"/>
        <pc:sldMkLst>
          <pc:docMk/>
          <pc:sldMk cId="3560594296" sldId="298"/>
        </pc:sldMkLst>
        <pc:spChg chg="mod">
          <ac:chgData name="Rubio, Angel" userId="f551f9b7-999f-4af3-8cad-97f1558cb83a" providerId="ADAL" clId="{08517AAF-7467-4798-A8A2-7519FE8A1EF4}" dt="2022-09-14T14:34:12.546" v="611" actId="6549"/>
          <ac:spMkLst>
            <pc:docMk/>
            <pc:sldMk cId="3560594296" sldId="298"/>
            <ac:spMk id="37" creationId="{1DDFB8B7-4A35-5448-8168-BFAFD402AD19}"/>
          </ac:spMkLst>
        </pc:spChg>
      </pc:sldChg>
      <pc:sldChg chg="del">
        <pc:chgData name="Rubio, Angel" userId="f551f9b7-999f-4af3-8cad-97f1558cb83a" providerId="ADAL" clId="{08517AAF-7467-4798-A8A2-7519FE8A1EF4}" dt="2022-09-14T14:58:54.121" v="2481" actId="47"/>
        <pc:sldMkLst>
          <pc:docMk/>
          <pc:sldMk cId="424072045" sldId="302"/>
        </pc:sldMkLst>
      </pc:sldChg>
      <pc:sldChg chg="delSp modSp mod modNotesTx">
        <pc:chgData name="Rubio, Angel" userId="f551f9b7-999f-4af3-8cad-97f1558cb83a" providerId="ADAL" clId="{08517AAF-7467-4798-A8A2-7519FE8A1EF4}" dt="2022-09-19T16:44:43.609" v="5768" actId="6549"/>
        <pc:sldMkLst>
          <pc:docMk/>
          <pc:sldMk cId="2952520445" sldId="303"/>
        </pc:sldMkLst>
        <pc:spChg chg="mod">
          <ac:chgData name="Rubio, Angel" userId="f551f9b7-999f-4af3-8cad-97f1558cb83a" providerId="ADAL" clId="{08517AAF-7467-4798-A8A2-7519FE8A1EF4}" dt="2022-09-14T14:46:18.764" v="779" actId="313"/>
          <ac:spMkLst>
            <pc:docMk/>
            <pc:sldMk cId="2952520445" sldId="303"/>
            <ac:spMk id="2" creationId="{2D6F4284-600D-E840-9AEE-A03D4AF0640D}"/>
          </ac:spMkLst>
        </pc:spChg>
        <pc:spChg chg="mod">
          <ac:chgData name="Rubio, Angel" userId="f551f9b7-999f-4af3-8cad-97f1558cb83a" providerId="ADAL" clId="{08517AAF-7467-4798-A8A2-7519FE8A1EF4}" dt="2022-09-19T16:44:20.635" v="5767" actId="20577"/>
          <ac:spMkLst>
            <pc:docMk/>
            <pc:sldMk cId="2952520445" sldId="303"/>
            <ac:spMk id="5" creationId="{D22A44F8-FB51-0541-8956-385E32BED20F}"/>
          </ac:spMkLst>
        </pc:spChg>
        <pc:spChg chg="mod">
          <ac:chgData name="Rubio, Angel" userId="f551f9b7-999f-4af3-8cad-97f1558cb83a" providerId="ADAL" clId="{08517AAF-7467-4798-A8A2-7519FE8A1EF4}" dt="2022-09-14T14:46:11.164" v="763" actId="20577"/>
          <ac:spMkLst>
            <pc:docMk/>
            <pc:sldMk cId="2952520445" sldId="303"/>
            <ac:spMk id="6" creationId="{FBE5A7E2-B7C7-AB41-AB6C-B58DD6AD047E}"/>
          </ac:spMkLst>
        </pc:spChg>
        <pc:picChg chg="del">
          <ac:chgData name="Rubio, Angel" userId="f551f9b7-999f-4af3-8cad-97f1558cb83a" providerId="ADAL" clId="{08517AAF-7467-4798-A8A2-7519FE8A1EF4}" dt="2022-09-14T14:46:22.770" v="780" actId="478"/>
          <ac:picMkLst>
            <pc:docMk/>
            <pc:sldMk cId="2952520445" sldId="303"/>
            <ac:picMk id="24578" creationId="{C9379841-CE3E-2C45-9380-C00C6B0E688C}"/>
          </ac:picMkLst>
        </pc:picChg>
      </pc:sldChg>
      <pc:sldChg chg="del">
        <pc:chgData name="Rubio, Angel" userId="f551f9b7-999f-4af3-8cad-97f1558cb83a" providerId="ADAL" clId="{08517AAF-7467-4798-A8A2-7519FE8A1EF4}" dt="2022-09-14T14:58:54.121" v="2481" actId="47"/>
        <pc:sldMkLst>
          <pc:docMk/>
          <pc:sldMk cId="3647208046" sldId="304"/>
        </pc:sldMkLst>
      </pc:sldChg>
      <pc:sldChg chg="del">
        <pc:chgData name="Rubio, Angel" userId="f551f9b7-999f-4af3-8cad-97f1558cb83a" providerId="ADAL" clId="{08517AAF-7467-4798-A8A2-7519FE8A1EF4}" dt="2022-09-14T14:58:54.121" v="2481" actId="47"/>
        <pc:sldMkLst>
          <pc:docMk/>
          <pc:sldMk cId="4291745355" sldId="305"/>
        </pc:sldMkLst>
      </pc:sldChg>
      <pc:sldChg chg="del">
        <pc:chgData name="Rubio, Angel" userId="f551f9b7-999f-4af3-8cad-97f1558cb83a" providerId="ADAL" clId="{08517AAF-7467-4798-A8A2-7519FE8A1EF4}" dt="2022-09-14T14:43:40.392" v="724" actId="47"/>
        <pc:sldMkLst>
          <pc:docMk/>
          <pc:sldMk cId="3998545770" sldId="307"/>
        </pc:sldMkLst>
      </pc:sldChg>
      <pc:sldChg chg="modSp mod">
        <pc:chgData name="Rubio, Angel" userId="f551f9b7-999f-4af3-8cad-97f1558cb83a" providerId="ADAL" clId="{08517AAF-7467-4798-A8A2-7519FE8A1EF4}" dt="2022-09-14T14:31:58.439" v="402" actId="20577"/>
        <pc:sldMkLst>
          <pc:docMk/>
          <pc:sldMk cId="2097972282" sldId="309"/>
        </pc:sldMkLst>
        <pc:spChg chg="mod">
          <ac:chgData name="Rubio, Angel" userId="f551f9b7-999f-4af3-8cad-97f1558cb83a" providerId="ADAL" clId="{08517AAF-7467-4798-A8A2-7519FE8A1EF4}" dt="2022-09-14T14:31:58.439" v="402" actId="20577"/>
          <ac:spMkLst>
            <pc:docMk/>
            <pc:sldMk cId="2097972282" sldId="309"/>
            <ac:spMk id="37" creationId="{1DDFB8B7-4A35-5448-8168-BFAFD402AD19}"/>
          </ac:spMkLst>
        </pc:spChg>
      </pc:sldChg>
      <pc:sldChg chg="modSp mod">
        <pc:chgData name="Rubio, Angel" userId="f551f9b7-999f-4af3-8cad-97f1558cb83a" providerId="ADAL" clId="{08517AAF-7467-4798-A8A2-7519FE8A1EF4}" dt="2022-09-14T14:26:52.934" v="300" actId="6549"/>
        <pc:sldMkLst>
          <pc:docMk/>
          <pc:sldMk cId="4231816448" sldId="313"/>
        </pc:sldMkLst>
        <pc:spChg chg="mod">
          <ac:chgData name="Rubio, Angel" userId="f551f9b7-999f-4af3-8cad-97f1558cb83a" providerId="ADAL" clId="{08517AAF-7467-4798-A8A2-7519FE8A1EF4}" dt="2022-09-14T14:26:52.934" v="300" actId="6549"/>
          <ac:spMkLst>
            <pc:docMk/>
            <pc:sldMk cId="4231816448" sldId="313"/>
            <ac:spMk id="10" creationId="{4AEAB733-5EB3-4CC6-907A-0EC1B427913E}"/>
          </ac:spMkLst>
        </pc:spChg>
      </pc:sldChg>
      <pc:sldChg chg="modSp mod">
        <pc:chgData name="Rubio, Angel" userId="f551f9b7-999f-4af3-8cad-97f1558cb83a" providerId="ADAL" clId="{08517AAF-7467-4798-A8A2-7519FE8A1EF4}" dt="2022-09-14T14:27:44.820" v="311" actId="6549"/>
        <pc:sldMkLst>
          <pc:docMk/>
          <pc:sldMk cId="476152256" sldId="316"/>
        </pc:sldMkLst>
        <pc:spChg chg="mod">
          <ac:chgData name="Rubio, Angel" userId="f551f9b7-999f-4af3-8cad-97f1558cb83a" providerId="ADAL" clId="{08517AAF-7467-4798-A8A2-7519FE8A1EF4}" dt="2022-09-14T14:27:44.820" v="311" actId="6549"/>
          <ac:spMkLst>
            <pc:docMk/>
            <pc:sldMk cId="476152256" sldId="316"/>
            <ac:spMk id="10" creationId="{4AEAB733-5EB3-4CC6-907A-0EC1B427913E}"/>
          </ac:spMkLst>
        </pc:spChg>
      </pc:sldChg>
      <pc:sldChg chg="addSp delSp modSp mod">
        <pc:chgData name="Rubio, Angel" userId="f551f9b7-999f-4af3-8cad-97f1558cb83a" providerId="ADAL" clId="{08517AAF-7467-4798-A8A2-7519FE8A1EF4}" dt="2022-09-14T14:41:52.189" v="721" actId="14100"/>
        <pc:sldMkLst>
          <pc:docMk/>
          <pc:sldMk cId="2134758135" sldId="320"/>
        </pc:sldMkLst>
        <pc:spChg chg="mod">
          <ac:chgData name="Rubio, Angel" userId="f551f9b7-999f-4af3-8cad-97f1558cb83a" providerId="ADAL" clId="{08517AAF-7467-4798-A8A2-7519FE8A1EF4}" dt="2022-09-14T14:41:52.189" v="721" actId="14100"/>
          <ac:spMkLst>
            <pc:docMk/>
            <pc:sldMk cId="2134758135" sldId="320"/>
            <ac:spMk id="4" creationId="{5D64E173-FDE4-439D-96AA-3BE487111DAB}"/>
          </ac:spMkLst>
        </pc:spChg>
        <pc:spChg chg="add del mod">
          <ac:chgData name="Rubio, Angel" userId="f551f9b7-999f-4af3-8cad-97f1558cb83a" providerId="ADAL" clId="{08517AAF-7467-4798-A8A2-7519FE8A1EF4}" dt="2022-09-14T14:38:50.382" v="615" actId="22"/>
          <ac:spMkLst>
            <pc:docMk/>
            <pc:sldMk cId="2134758135" sldId="320"/>
            <ac:spMk id="5" creationId="{61740223-D508-281A-1AF6-4A08F52C2ACA}"/>
          </ac:spMkLst>
        </pc:spChg>
        <pc:spChg chg="add del">
          <ac:chgData name="Rubio, Angel" userId="f551f9b7-999f-4af3-8cad-97f1558cb83a" providerId="ADAL" clId="{08517AAF-7467-4798-A8A2-7519FE8A1EF4}" dt="2022-09-14T14:38:47.267" v="614" actId="22"/>
          <ac:spMkLst>
            <pc:docMk/>
            <pc:sldMk cId="2134758135" sldId="320"/>
            <ac:spMk id="7" creationId="{315A3D88-3537-81AF-517B-24FA635A3528}"/>
          </ac:spMkLst>
        </pc:spChg>
        <pc:spChg chg="mod">
          <ac:chgData name="Rubio, Angel" userId="f551f9b7-999f-4af3-8cad-97f1558cb83a" providerId="ADAL" clId="{08517AAF-7467-4798-A8A2-7519FE8A1EF4}" dt="2022-09-14T14:40:39.478" v="633" actId="404"/>
          <ac:spMkLst>
            <pc:docMk/>
            <pc:sldMk cId="2134758135" sldId="320"/>
            <ac:spMk id="11" creationId="{E54D72FD-6BFC-4C0A-A09B-FBF43B63780E}"/>
          </ac:spMkLst>
        </pc:spChg>
        <pc:spChg chg="add mod">
          <ac:chgData name="Rubio, Angel" userId="f551f9b7-999f-4af3-8cad-97f1558cb83a" providerId="ADAL" clId="{08517AAF-7467-4798-A8A2-7519FE8A1EF4}" dt="2022-09-14T14:39:40.021" v="620" actId="14100"/>
          <ac:spMkLst>
            <pc:docMk/>
            <pc:sldMk cId="2134758135" sldId="320"/>
            <ac:spMk id="14" creationId="{5A63BD7D-8403-2C68-7206-1D16D3ACB796}"/>
          </ac:spMkLst>
        </pc:spChg>
        <pc:picChg chg="del">
          <ac:chgData name="Rubio, Angel" userId="f551f9b7-999f-4af3-8cad-97f1558cb83a" providerId="ADAL" clId="{08517AAF-7467-4798-A8A2-7519FE8A1EF4}" dt="2022-09-14T14:38:43.361" v="612" actId="478"/>
          <ac:picMkLst>
            <pc:docMk/>
            <pc:sldMk cId="2134758135" sldId="320"/>
            <ac:picMk id="3" creationId="{B88D36E1-0680-4CA7-B33F-9CAC8049BDE3}"/>
          </ac:picMkLst>
        </pc:picChg>
        <pc:picChg chg="add del mod ord modCrop">
          <ac:chgData name="Rubio, Angel" userId="f551f9b7-999f-4af3-8cad-97f1558cb83a" providerId="ADAL" clId="{08517AAF-7467-4798-A8A2-7519FE8A1EF4}" dt="2022-09-14T14:38:52.256" v="616" actId="478"/>
          <ac:picMkLst>
            <pc:docMk/>
            <pc:sldMk cId="2134758135" sldId="320"/>
            <ac:picMk id="9" creationId="{7CF480A8-85BE-DD53-9F90-FAEC7D53E4C2}"/>
          </ac:picMkLst>
        </pc:picChg>
        <pc:picChg chg="del">
          <ac:chgData name="Rubio, Angel" userId="f551f9b7-999f-4af3-8cad-97f1558cb83a" providerId="ADAL" clId="{08517AAF-7467-4798-A8A2-7519FE8A1EF4}" dt="2022-09-14T14:39:54.597" v="622" actId="478"/>
          <ac:picMkLst>
            <pc:docMk/>
            <pc:sldMk cId="2134758135" sldId="320"/>
            <ac:picMk id="12" creationId="{FD8EAEFB-67CE-49E7-9CB5-CF5A5C743C3D}"/>
          </ac:picMkLst>
        </pc:picChg>
        <pc:picChg chg="del">
          <ac:chgData name="Rubio, Angel" userId="f551f9b7-999f-4af3-8cad-97f1558cb83a" providerId="ADAL" clId="{08517AAF-7467-4798-A8A2-7519FE8A1EF4}" dt="2022-09-14T14:39:54.597" v="622" actId="478"/>
          <ac:picMkLst>
            <pc:docMk/>
            <pc:sldMk cId="2134758135" sldId="320"/>
            <ac:picMk id="13" creationId="{F2B0CED1-C2B8-47B1-8A8F-D68B0186A177}"/>
          </ac:picMkLst>
        </pc:picChg>
        <pc:picChg chg="add mod ord modCrop">
          <ac:chgData name="Rubio, Angel" userId="f551f9b7-999f-4af3-8cad-97f1558cb83a" providerId="ADAL" clId="{08517AAF-7467-4798-A8A2-7519FE8A1EF4}" dt="2022-09-14T14:39:48.301" v="621" actId="732"/>
          <ac:picMkLst>
            <pc:docMk/>
            <pc:sldMk cId="2134758135" sldId="320"/>
            <ac:picMk id="15" creationId="{5276B8C5-DD86-EA15-E66D-F42D351C7250}"/>
          </ac:picMkLst>
        </pc:picChg>
      </pc:sldChg>
      <pc:sldChg chg="del">
        <pc:chgData name="Rubio, Angel" userId="f551f9b7-999f-4af3-8cad-97f1558cb83a" providerId="ADAL" clId="{08517AAF-7467-4798-A8A2-7519FE8A1EF4}" dt="2022-09-14T14:44:06.673" v="735" actId="47"/>
        <pc:sldMkLst>
          <pc:docMk/>
          <pc:sldMk cId="3878622910" sldId="322"/>
        </pc:sldMkLst>
      </pc:sldChg>
      <pc:sldChg chg="delSp modSp mod">
        <pc:chgData name="Rubio, Angel" userId="f551f9b7-999f-4af3-8cad-97f1558cb83a" providerId="ADAL" clId="{08517AAF-7467-4798-A8A2-7519FE8A1EF4}" dt="2022-09-14T14:46:03.660" v="754" actId="6549"/>
        <pc:sldMkLst>
          <pc:docMk/>
          <pc:sldMk cId="3406039169" sldId="327"/>
        </pc:sldMkLst>
        <pc:spChg chg="del topLvl">
          <ac:chgData name="Rubio, Angel" userId="f551f9b7-999f-4af3-8cad-97f1558cb83a" providerId="ADAL" clId="{08517AAF-7467-4798-A8A2-7519FE8A1EF4}" dt="2022-09-14T14:43:52.669" v="734" actId="478"/>
          <ac:spMkLst>
            <pc:docMk/>
            <pc:sldMk cId="3406039169" sldId="327"/>
            <ac:spMk id="4" creationId="{00000000-0000-0000-0000-000000000000}"/>
          </ac:spMkLst>
        </pc:spChg>
        <pc:spChg chg="mod topLvl">
          <ac:chgData name="Rubio, Angel" userId="f551f9b7-999f-4af3-8cad-97f1558cb83a" providerId="ADAL" clId="{08517AAF-7467-4798-A8A2-7519FE8A1EF4}" dt="2022-09-14T14:43:52.669" v="734" actId="478"/>
          <ac:spMkLst>
            <pc:docMk/>
            <pc:sldMk cId="3406039169" sldId="327"/>
            <ac:spMk id="5" creationId="{00000000-0000-0000-0000-000000000000}"/>
          </ac:spMkLst>
        </pc:spChg>
        <pc:spChg chg="mod">
          <ac:chgData name="Rubio, Angel" userId="f551f9b7-999f-4af3-8cad-97f1558cb83a" providerId="ADAL" clId="{08517AAF-7467-4798-A8A2-7519FE8A1EF4}" dt="2022-09-14T14:46:03.660" v="754" actId="6549"/>
          <ac:spMkLst>
            <pc:docMk/>
            <pc:sldMk cId="3406039169" sldId="327"/>
            <ac:spMk id="13" creationId="{27491B45-E306-524C-8D45-E6681B999673}"/>
          </ac:spMkLst>
        </pc:spChg>
        <pc:grpChg chg="del">
          <ac:chgData name="Rubio, Angel" userId="f551f9b7-999f-4af3-8cad-97f1558cb83a" providerId="ADAL" clId="{08517AAF-7467-4798-A8A2-7519FE8A1EF4}" dt="2022-09-14T14:43:52.669" v="734" actId="478"/>
          <ac:grpSpMkLst>
            <pc:docMk/>
            <pc:sldMk cId="3406039169" sldId="327"/>
            <ac:grpSpMk id="3" creationId="{00000000-0000-0000-0000-000000000000}"/>
          </ac:grpSpMkLst>
        </pc:grpChg>
      </pc:sldChg>
      <pc:sldChg chg="del">
        <pc:chgData name="Rubio, Angel" userId="f551f9b7-999f-4af3-8cad-97f1558cb83a" providerId="ADAL" clId="{08517AAF-7467-4798-A8A2-7519FE8A1EF4}" dt="2022-09-14T14:42:06.654" v="723" actId="47"/>
        <pc:sldMkLst>
          <pc:docMk/>
          <pc:sldMk cId="4158829516" sldId="328"/>
        </pc:sldMkLst>
      </pc:sldChg>
      <pc:sldChg chg="modSp mod">
        <pc:chgData name="Rubio, Angel" userId="f551f9b7-999f-4af3-8cad-97f1558cb83a" providerId="ADAL" clId="{08517AAF-7467-4798-A8A2-7519FE8A1EF4}" dt="2022-09-14T14:28:54.613" v="362" actId="6549"/>
        <pc:sldMkLst>
          <pc:docMk/>
          <pc:sldMk cId="2070393965" sldId="330"/>
        </pc:sldMkLst>
        <pc:spChg chg="mod">
          <ac:chgData name="Rubio, Angel" userId="f551f9b7-999f-4af3-8cad-97f1558cb83a" providerId="ADAL" clId="{08517AAF-7467-4798-A8A2-7519FE8A1EF4}" dt="2022-09-14T14:28:54.613" v="362" actId="6549"/>
          <ac:spMkLst>
            <pc:docMk/>
            <pc:sldMk cId="2070393965" sldId="330"/>
            <ac:spMk id="11" creationId="{2082EF87-C90C-4BFD-A427-F5FE4F7FB180}"/>
          </ac:spMkLst>
        </pc:spChg>
      </pc:sldChg>
      <pc:sldChg chg="modSp mod">
        <pc:chgData name="Rubio, Angel" userId="f551f9b7-999f-4af3-8cad-97f1558cb83a" providerId="ADAL" clId="{08517AAF-7467-4798-A8A2-7519FE8A1EF4}" dt="2022-09-14T14:29:38.633" v="365" actId="6549"/>
        <pc:sldMkLst>
          <pc:docMk/>
          <pc:sldMk cId="1540583404" sldId="331"/>
        </pc:sldMkLst>
        <pc:spChg chg="mod">
          <ac:chgData name="Rubio, Angel" userId="f551f9b7-999f-4af3-8cad-97f1558cb83a" providerId="ADAL" clId="{08517AAF-7467-4798-A8A2-7519FE8A1EF4}" dt="2022-09-14T14:29:38.633" v="365" actId="6549"/>
          <ac:spMkLst>
            <pc:docMk/>
            <pc:sldMk cId="1540583404" sldId="331"/>
            <ac:spMk id="11" creationId="{2082EF87-C90C-4BFD-A427-F5FE4F7FB180}"/>
          </ac:spMkLst>
        </pc:spChg>
      </pc:sldChg>
      <pc:sldChg chg="delSp del">
        <pc:chgData name="Rubio, Angel" userId="f551f9b7-999f-4af3-8cad-97f1558cb83a" providerId="ADAL" clId="{08517AAF-7467-4798-A8A2-7519FE8A1EF4}" dt="2022-09-14T14:52:43.320" v="1727" actId="47"/>
        <pc:sldMkLst>
          <pc:docMk/>
          <pc:sldMk cId="262998138" sldId="335"/>
        </pc:sldMkLst>
        <pc:picChg chg="del">
          <ac:chgData name="Rubio, Angel" userId="f551f9b7-999f-4af3-8cad-97f1558cb83a" providerId="ADAL" clId="{08517AAF-7467-4798-A8A2-7519FE8A1EF4}" dt="2022-09-14T14:51:38.518" v="1628" actId="478"/>
          <ac:picMkLst>
            <pc:docMk/>
            <pc:sldMk cId="262998138" sldId="335"/>
            <ac:picMk id="24578" creationId="{C9379841-CE3E-2C45-9380-C00C6B0E688C}"/>
          </ac:picMkLst>
        </pc:picChg>
      </pc:sldChg>
      <pc:sldChg chg="del">
        <pc:chgData name="Rubio, Angel" userId="f551f9b7-999f-4af3-8cad-97f1558cb83a" providerId="ADAL" clId="{08517AAF-7467-4798-A8A2-7519FE8A1EF4}" dt="2022-09-14T14:58:54.121" v="2481" actId="47"/>
        <pc:sldMkLst>
          <pc:docMk/>
          <pc:sldMk cId="4270499778" sldId="336"/>
        </pc:sldMkLst>
      </pc:sldChg>
      <pc:sldChg chg="del">
        <pc:chgData name="Rubio, Angel" userId="f551f9b7-999f-4af3-8cad-97f1558cb83a" providerId="ADAL" clId="{08517AAF-7467-4798-A8A2-7519FE8A1EF4}" dt="2022-09-14T14:58:54.121" v="2481" actId="47"/>
        <pc:sldMkLst>
          <pc:docMk/>
          <pc:sldMk cId="1417424880" sldId="337"/>
        </pc:sldMkLst>
      </pc:sldChg>
      <pc:sldChg chg="del">
        <pc:chgData name="Rubio, Angel" userId="f551f9b7-999f-4af3-8cad-97f1558cb83a" providerId="ADAL" clId="{08517AAF-7467-4798-A8A2-7519FE8A1EF4}" dt="2022-09-14T14:58:54.121" v="2481" actId="47"/>
        <pc:sldMkLst>
          <pc:docMk/>
          <pc:sldMk cId="2740390270" sldId="338"/>
        </pc:sldMkLst>
      </pc:sldChg>
      <pc:sldChg chg="delSp modSp del mod">
        <pc:chgData name="Rubio, Angel" userId="f551f9b7-999f-4af3-8cad-97f1558cb83a" providerId="ADAL" clId="{08517AAF-7467-4798-A8A2-7519FE8A1EF4}" dt="2022-09-14T14:53:20.665" v="1748" actId="47"/>
        <pc:sldMkLst>
          <pc:docMk/>
          <pc:sldMk cId="3957105394" sldId="339"/>
        </pc:sldMkLst>
        <pc:spChg chg="mod">
          <ac:chgData name="Rubio, Angel" userId="f551f9b7-999f-4af3-8cad-97f1558cb83a" providerId="ADAL" clId="{08517AAF-7467-4798-A8A2-7519FE8A1EF4}" dt="2022-09-14T14:52:54.090" v="1745" actId="20577"/>
          <ac:spMkLst>
            <pc:docMk/>
            <pc:sldMk cId="3957105394" sldId="339"/>
            <ac:spMk id="2" creationId="{2D6F4284-600D-E840-9AEE-A03D4AF0640D}"/>
          </ac:spMkLst>
        </pc:spChg>
        <pc:picChg chg="del">
          <ac:chgData name="Rubio, Angel" userId="f551f9b7-999f-4af3-8cad-97f1558cb83a" providerId="ADAL" clId="{08517AAF-7467-4798-A8A2-7519FE8A1EF4}" dt="2022-09-14T14:53:01.347" v="1746" actId="478"/>
          <ac:picMkLst>
            <pc:docMk/>
            <pc:sldMk cId="3957105394" sldId="339"/>
            <ac:picMk id="24578" creationId="{C9379841-CE3E-2C45-9380-C00C6B0E688C}"/>
          </ac:picMkLst>
        </pc:picChg>
      </pc:sldChg>
      <pc:sldChg chg="del">
        <pc:chgData name="Rubio, Angel" userId="f551f9b7-999f-4af3-8cad-97f1558cb83a" providerId="ADAL" clId="{08517AAF-7467-4798-A8A2-7519FE8A1EF4}" dt="2022-09-14T14:58:54.121" v="2481" actId="47"/>
        <pc:sldMkLst>
          <pc:docMk/>
          <pc:sldMk cId="3265225151" sldId="340"/>
        </pc:sldMkLst>
      </pc:sldChg>
      <pc:sldChg chg="del">
        <pc:chgData name="Rubio, Angel" userId="f551f9b7-999f-4af3-8cad-97f1558cb83a" providerId="ADAL" clId="{08517AAF-7467-4798-A8A2-7519FE8A1EF4}" dt="2022-09-14T14:58:54.121" v="2481" actId="47"/>
        <pc:sldMkLst>
          <pc:docMk/>
          <pc:sldMk cId="2334813906" sldId="341"/>
        </pc:sldMkLst>
      </pc:sldChg>
      <pc:sldChg chg="del">
        <pc:chgData name="Rubio, Angel" userId="f551f9b7-999f-4af3-8cad-97f1558cb83a" providerId="ADAL" clId="{08517AAF-7467-4798-A8A2-7519FE8A1EF4}" dt="2022-09-14T14:58:54.121" v="2481" actId="47"/>
        <pc:sldMkLst>
          <pc:docMk/>
          <pc:sldMk cId="3762103467" sldId="342"/>
        </pc:sldMkLst>
      </pc:sldChg>
      <pc:sldChg chg="add">
        <pc:chgData name="Rubio, Angel" userId="f551f9b7-999f-4af3-8cad-97f1558cb83a" providerId="ADAL" clId="{08517AAF-7467-4798-A8A2-7519FE8A1EF4}" dt="2022-09-14T14:42:04.059" v="722"/>
        <pc:sldMkLst>
          <pc:docMk/>
          <pc:sldMk cId="2553977592" sldId="343"/>
        </pc:sldMkLst>
      </pc:sldChg>
      <pc:sldChg chg="add">
        <pc:chgData name="Rubio, Angel" userId="f551f9b7-999f-4af3-8cad-97f1558cb83a" providerId="ADAL" clId="{08517AAF-7467-4798-A8A2-7519FE8A1EF4}" dt="2022-09-14T14:44:07.404" v="736"/>
        <pc:sldMkLst>
          <pc:docMk/>
          <pc:sldMk cId="3303270461" sldId="344"/>
        </pc:sldMkLst>
      </pc:sldChg>
      <pc:sldChg chg="modSp add mod">
        <pc:chgData name="Rubio, Angel" userId="f551f9b7-999f-4af3-8cad-97f1558cb83a" providerId="ADAL" clId="{08517AAF-7467-4798-A8A2-7519FE8A1EF4}" dt="2022-09-19T16:45:24.029" v="5771" actId="20577"/>
        <pc:sldMkLst>
          <pc:docMk/>
          <pc:sldMk cId="873580167" sldId="345"/>
        </pc:sldMkLst>
        <pc:spChg chg="mod">
          <ac:chgData name="Rubio, Angel" userId="f551f9b7-999f-4af3-8cad-97f1558cb83a" providerId="ADAL" clId="{08517AAF-7467-4798-A8A2-7519FE8A1EF4}" dt="2022-09-19T16:45:24.029" v="5771" actId="20577"/>
          <ac:spMkLst>
            <pc:docMk/>
            <pc:sldMk cId="873580167" sldId="345"/>
            <ac:spMk id="2" creationId="{2D6F4284-600D-E840-9AEE-A03D4AF0640D}"/>
          </ac:spMkLst>
        </pc:spChg>
        <pc:spChg chg="mod">
          <ac:chgData name="Rubio, Angel" userId="f551f9b7-999f-4af3-8cad-97f1558cb83a" providerId="ADAL" clId="{08517AAF-7467-4798-A8A2-7519FE8A1EF4}" dt="2022-09-14T14:58:45.060" v="2480" actId="20577"/>
          <ac:spMkLst>
            <pc:docMk/>
            <pc:sldMk cId="873580167" sldId="345"/>
            <ac:spMk id="5" creationId="{D22A44F8-FB51-0541-8956-385E32BED20F}"/>
          </ac:spMkLst>
        </pc:spChg>
      </pc:sldChg>
      <pc:sldChg chg="modSp add mod">
        <pc:chgData name="Rubio, Angel" userId="f551f9b7-999f-4af3-8cad-97f1558cb83a" providerId="ADAL" clId="{08517AAF-7467-4798-A8A2-7519FE8A1EF4}" dt="2022-09-19T16:47:25.983" v="5894" actId="6549"/>
        <pc:sldMkLst>
          <pc:docMk/>
          <pc:sldMk cId="2296790759" sldId="346"/>
        </pc:sldMkLst>
        <pc:spChg chg="mod">
          <ac:chgData name="Rubio, Angel" userId="f551f9b7-999f-4af3-8cad-97f1558cb83a" providerId="ADAL" clId="{08517AAF-7467-4798-A8A2-7519FE8A1EF4}" dt="2022-09-14T14:59:05.141" v="2497" actId="20577"/>
          <ac:spMkLst>
            <pc:docMk/>
            <pc:sldMk cId="2296790759" sldId="346"/>
            <ac:spMk id="2" creationId="{2D6F4284-600D-E840-9AEE-A03D4AF0640D}"/>
          </ac:spMkLst>
        </pc:spChg>
        <pc:spChg chg="mod">
          <ac:chgData name="Rubio, Angel" userId="f551f9b7-999f-4af3-8cad-97f1558cb83a" providerId="ADAL" clId="{08517AAF-7467-4798-A8A2-7519FE8A1EF4}" dt="2022-09-19T16:47:25.983" v="5894" actId="6549"/>
          <ac:spMkLst>
            <pc:docMk/>
            <pc:sldMk cId="2296790759" sldId="346"/>
            <ac:spMk id="5" creationId="{D22A44F8-FB51-0541-8956-385E32BED20F}"/>
          </ac:spMkLst>
        </pc:spChg>
      </pc:sldChg>
      <pc:sldChg chg="addSp delSp modSp add mod">
        <pc:chgData name="Rubio, Angel" userId="f551f9b7-999f-4af3-8cad-97f1558cb83a" providerId="ADAL" clId="{08517AAF-7467-4798-A8A2-7519FE8A1EF4}" dt="2022-09-19T16:47:56.982" v="5898" actId="20577"/>
        <pc:sldMkLst>
          <pc:docMk/>
          <pc:sldMk cId="2542473688" sldId="347"/>
        </pc:sldMkLst>
        <pc:spChg chg="mod">
          <ac:chgData name="Rubio, Angel" userId="f551f9b7-999f-4af3-8cad-97f1558cb83a" providerId="ADAL" clId="{08517AAF-7467-4798-A8A2-7519FE8A1EF4}" dt="2022-09-14T15:07:55.890" v="3892" actId="20577"/>
          <ac:spMkLst>
            <pc:docMk/>
            <pc:sldMk cId="2542473688" sldId="347"/>
            <ac:spMk id="2" creationId="{2D6F4284-600D-E840-9AEE-A03D4AF0640D}"/>
          </ac:spMkLst>
        </pc:spChg>
        <pc:spChg chg="mod">
          <ac:chgData name="Rubio, Angel" userId="f551f9b7-999f-4af3-8cad-97f1558cb83a" providerId="ADAL" clId="{08517AAF-7467-4798-A8A2-7519FE8A1EF4}" dt="2022-09-19T16:47:56.982" v="5898" actId="20577"/>
          <ac:spMkLst>
            <pc:docMk/>
            <pc:sldMk cId="2542473688" sldId="347"/>
            <ac:spMk id="5" creationId="{D22A44F8-FB51-0541-8956-385E32BED20F}"/>
          </ac:spMkLst>
        </pc:spChg>
        <pc:spChg chg="add del">
          <ac:chgData name="Rubio, Angel" userId="f551f9b7-999f-4af3-8cad-97f1558cb83a" providerId="ADAL" clId="{08517AAF-7467-4798-A8A2-7519FE8A1EF4}" dt="2022-09-14T15:13:22.645" v="4618" actId="22"/>
          <ac:spMkLst>
            <pc:docMk/>
            <pc:sldMk cId="2542473688" sldId="347"/>
            <ac:spMk id="7" creationId="{809CF7B8-F8DB-81A2-9E3D-98BBE66B5FB4}"/>
          </ac:spMkLst>
        </pc:spChg>
      </pc:sldChg>
      <pc:sldChg chg="addSp delSp modSp add mod">
        <pc:chgData name="Rubio, Angel" userId="f551f9b7-999f-4af3-8cad-97f1558cb83a" providerId="ADAL" clId="{08517AAF-7467-4798-A8A2-7519FE8A1EF4}" dt="2022-09-14T15:17:55.826" v="4991" actId="22"/>
        <pc:sldMkLst>
          <pc:docMk/>
          <pc:sldMk cId="2459313613" sldId="348"/>
        </pc:sldMkLst>
        <pc:spChg chg="mod">
          <ac:chgData name="Rubio, Angel" userId="f551f9b7-999f-4af3-8cad-97f1558cb83a" providerId="ADAL" clId="{08517AAF-7467-4798-A8A2-7519FE8A1EF4}" dt="2022-09-14T15:16:37.713" v="4879" actId="20577"/>
          <ac:spMkLst>
            <pc:docMk/>
            <pc:sldMk cId="2459313613" sldId="348"/>
            <ac:spMk id="2" creationId="{2D6F4284-600D-E840-9AEE-A03D4AF0640D}"/>
          </ac:spMkLst>
        </pc:spChg>
        <pc:spChg chg="mod">
          <ac:chgData name="Rubio, Angel" userId="f551f9b7-999f-4af3-8cad-97f1558cb83a" providerId="ADAL" clId="{08517AAF-7467-4798-A8A2-7519FE8A1EF4}" dt="2022-09-14T15:17:34.037" v="4989" actId="6549"/>
          <ac:spMkLst>
            <pc:docMk/>
            <pc:sldMk cId="2459313613" sldId="348"/>
            <ac:spMk id="5" creationId="{D22A44F8-FB51-0541-8956-385E32BED20F}"/>
          </ac:spMkLst>
        </pc:spChg>
        <pc:spChg chg="add del">
          <ac:chgData name="Rubio, Angel" userId="f551f9b7-999f-4af3-8cad-97f1558cb83a" providerId="ADAL" clId="{08517AAF-7467-4798-A8A2-7519FE8A1EF4}" dt="2022-09-14T15:17:55.826" v="4991" actId="22"/>
          <ac:spMkLst>
            <pc:docMk/>
            <pc:sldMk cId="2459313613" sldId="348"/>
            <ac:spMk id="7" creationId="{ADADEBA6-28CF-5552-E16B-0CD74372E315}"/>
          </ac:spMkLst>
        </pc:spChg>
      </pc:sldChg>
      <pc:sldChg chg="modSp add mod modNotesTx">
        <pc:chgData name="Rubio, Angel" userId="f551f9b7-999f-4af3-8cad-97f1558cb83a" providerId="ADAL" clId="{08517AAF-7467-4798-A8A2-7519FE8A1EF4}" dt="2022-09-19T16:48:38.970" v="5899" actId="6549"/>
        <pc:sldMkLst>
          <pc:docMk/>
          <pc:sldMk cId="955627986" sldId="349"/>
        </pc:sldMkLst>
        <pc:spChg chg="mod">
          <ac:chgData name="Rubio, Angel" userId="f551f9b7-999f-4af3-8cad-97f1558cb83a" providerId="ADAL" clId="{08517AAF-7467-4798-A8A2-7519FE8A1EF4}" dt="2022-09-14T15:18:47.429" v="5010" actId="20577"/>
          <ac:spMkLst>
            <pc:docMk/>
            <pc:sldMk cId="955627986" sldId="349"/>
            <ac:spMk id="2" creationId="{2D6F4284-600D-E840-9AEE-A03D4AF0640D}"/>
          </ac:spMkLst>
        </pc:spChg>
        <pc:spChg chg="mod">
          <ac:chgData name="Rubio, Angel" userId="f551f9b7-999f-4af3-8cad-97f1558cb83a" providerId="ADAL" clId="{08517AAF-7467-4798-A8A2-7519FE8A1EF4}" dt="2022-09-14T15:24:11.638" v="5725" actId="6549"/>
          <ac:spMkLst>
            <pc:docMk/>
            <pc:sldMk cId="955627986" sldId="349"/>
            <ac:spMk id="5" creationId="{D22A44F8-FB51-0541-8956-385E32BED20F}"/>
          </ac:spMkLst>
        </pc:spChg>
      </pc:sldChg>
      <pc:sldChg chg="addSp delSp modSp add mod">
        <pc:chgData name="Rubio, Angel" userId="f551f9b7-999f-4af3-8cad-97f1558cb83a" providerId="ADAL" clId="{08517AAF-7467-4798-A8A2-7519FE8A1EF4}" dt="2022-09-19T16:43:47.283" v="5761" actId="1038"/>
        <pc:sldMkLst>
          <pc:docMk/>
          <pc:sldMk cId="2691018333" sldId="350"/>
        </pc:sldMkLst>
        <pc:spChg chg="del">
          <ac:chgData name="Rubio, Angel" userId="f551f9b7-999f-4af3-8cad-97f1558cb83a" providerId="ADAL" clId="{08517AAF-7467-4798-A8A2-7519FE8A1EF4}" dt="2022-09-15T07:20:05.311" v="5727" actId="478"/>
          <ac:spMkLst>
            <pc:docMk/>
            <pc:sldMk cId="2691018333" sldId="350"/>
            <ac:spMk id="5" creationId="{00000000-0000-0000-0000-000000000000}"/>
          </ac:spMkLst>
        </pc:spChg>
        <pc:picChg chg="add mod">
          <ac:chgData name="Rubio, Angel" userId="f551f9b7-999f-4af3-8cad-97f1558cb83a" providerId="ADAL" clId="{08517AAF-7467-4798-A8A2-7519FE8A1EF4}" dt="2022-09-19T16:43:47.283" v="5761" actId="1038"/>
          <ac:picMkLst>
            <pc:docMk/>
            <pc:sldMk cId="2691018333" sldId="350"/>
            <ac:picMk id="1026" creationId="{D06EBB73-01E1-B963-7699-E5FFE24930C0}"/>
          </ac:picMkLst>
        </pc:picChg>
      </pc:sldChg>
    </pc:docChg>
  </pc:docChgLst>
  <pc:docChgLst>
    <pc:chgData name="Rubio, Angel" userId="f551f9b7-999f-4af3-8cad-97f1558cb83a" providerId="ADAL" clId="{22BF065B-8000-44E4-93A5-DA6D8DD7A17F}"/>
    <pc:docChg chg="undo custSel addSld delSld modSld sldOrd">
      <pc:chgData name="Rubio, Angel" userId="f551f9b7-999f-4af3-8cad-97f1558cb83a" providerId="ADAL" clId="{22BF065B-8000-44E4-93A5-DA6D8DD7A17F}" dt="2022-05-30T09:20:18.831" v="5049" actId="20577"/>
      <pc:docMkLst>
        <pc:docMk/>
      </pc:docMkLst>
      <pc:sldChg chg="modSp mod">
        <pc:chgData name="Rubio, Angel" userId="f551f9b7-999f-4af3-8cad-97f1558cb83a" providerId="ADAL" clId="{22BF065B-8000-44E4-93A5-DA6D8DD7A17F}" dt="2022-05-23T16:19:06.223" v="1506" actId="1038"/>
        <pc:sldMkLst>
          <pc:docMk/>
          <pc:sldMk cId="2918606197" sldId="285"/>
        </pc:sldMkLst>
        <pc:spChg chg="mod">
          <ac:chgData name="Rubio, Angel" userId="f551f9b7-999f-4af3-8cad-97f1558cb83a" providerId="ADAL" clId="{22BF065B-8000-44E4-93A5-DA6D8DD7A17F}" dt="2022-05-23T16:17:08.604" v="1405" actId="404"/>
          <ac:spMkLst>
            <pc:docMk/>
            <pc:sldMk cId="2918606197" sldId="285"/>
            <ac:spMk id="5" creationId="{00000000-0000-0000-0000-000000000000}"/>
          </ac:spMkLst>
        </pc:spChg>
        <pc:spChg chg="mod">
          <ac:chgData name="Rubio, Angel" userId="f551f9b7-999f-4af3-8cad-97f1558cb83a" providerId="ADAL" clId="{22BF065B-8000-44E4-93A5-DA6D8DD7A17F}" dt="2022-05-23T16:19:02.733" v="1501" actId="20577"/>
          <ac:spMkLst>
            <pc:docMk/>
            <pc:sldMk cId="2918606197" sldId="285"/>
            <ac:spMk id="11" creationId="{4A51597D-FEF2-5448-9086-7904F69EC980}"/>
          </ac:spMkLst>
        </pc:spChg>
        <pc:grpChg chg="mod">
          <ac:chgData name="Rubio, Angel" userId="f551f9b7-999f-4af3-8cad-97f1558cb83a" providerId="ADAL" clId="{22BF065B-8000-44E4-93A5-DA6D8DD7A17F}" dt="2022-05-23T16:17:54.585" v="1465" actId="14100"/>
          <ac:grpSpMkLst>
            <pc:docMk/>
            <pc:sldMk cId="2918606197" sldId="285"/>
            <ac:grpSpMk id="13" creationId="{03994C69-DB4E-0E47-88D0-DC205183DAAB}"/>
          </ac:grpSpMkLst>
        </pc:grpChg>
        <pc:picChg chg="mod">
          <ac:chgData name="Rubio, Angel" userId="f551f9b7-999f-4af3-8cad-97f1558cb83a" providerId="ADAL" clId="{22BF065B-8000-44E4-93A5-DA6D8DD7A17F}" dt="2022-05-23T16:19:06.223" v="1506" actId="1038"/>
          <ac:picMkLst>
            <pc:docMk/>
            <pc:sldMk cId="2918606197" sldId="285"/>
            <ac:picMk id="4" creationId="{0C4153B3-C605-714F-ADA6-60F0311D0B56}"/>
          </ac:picMkLst>
        </pc:picChg>
      </pc:sldChg>
      <pc:sldChg chg="modSp mod">
        <pc:chgData name="Rubio, Angel" userId="f551f9b7-999f-4af3-8cad-97f1558cb83a" providerId="ADAL" clId="{22BF065B-8000-44E4-93A5-DA6D8DD7A17F}" dt="2022-05-23T16:13:12.052" v="1381" actId="6549"/>
        <pc:sldMkLst>
          <pc:docMk/>
          <pc:sldMk cId="1827491019" sldId="286"/>
        </pc:sldMkLst>
        <pc:spChg chg="mod">
          <ac:chgData name="Rubio, Angel" userId="f551f9b7-999f-4af3-8cad-97f1558cb83a" providerId="ADAL" clId="{22BF065B-8000-44E4-93A5-DA6D8DD7A17F}" dt="2022-05-23T16:13:12.052" v="1381" actId="6549"/>
          <ac:spMkLst>
            <pc:docMk/>
            <pc:sldMk cId="1827491019" sldId="286"/>
            <ac:spMk id="11" creationId="{4A51597D-FEF2-5448-9086-7904F69EC980}"/>
          </ac:spMkLst>
        </pc:spChg>
      </pc:sldChg>
      <pc:sldChg chg="del">
        <pc:chgData name="Rubio, Angel" userId="f551f9b7-999f-4af3-8cad-97f1558cb83a" providerId="ADAL" clId="{22BF065B-8000-44E4-93A5-DA6D8DD7A17F}" dt="2022-05-23T16:20:15.685" v="1511" actId="47"/>
        <pc:sldMkLst>
          <pc:docMk/>
          <pc:sldMk cId="396203435" sldId="287"/>
        </pc:sldMkLst>
      </pc:sldChg>
      <pc:sldChg chg="delSp modSp mod modNotesTx">
        <pc:chgData name="Rubio, Angel" userId="f551f9b7-999f-4af3-8cad-97f1558cb83a" providerId="ADAL" clId="{22BF065B-8000-44E4-93A5-DA6D8DD7A17F}" dt="2022-05-23T16:20:17.626" v="1512"/>
        <pc:sldMkLst>
          <pc:docMk/>
          <pc:sldMk cId="3920341670" sldId="288"/>
        </pc:sldMkLst>
        <pc:picChg chg="del mod">
          <ac:chgData name="Rubio, Angel" userId="f551f9b7-999f-4af3-8cad-97f1558cb83a" providerId="ADAL" clId="{22BF065B-8000-44E4-93A5-DA6D8DD7A17F}" dt="2022-05-23T16:20:00.370" v="1510" actId="478"/>
          <ac:picMkLst>
            <pc:docMk/>
            <pc:sldMk cId="3920341670" sldId="288"/>
            <ac:picMk id="8" creationId="{9635B0EC-3499-C341-AE96-5CD0B7393909}"/>
          </ac:picMkLst>
        </pc:picChg>
      </pc:sldChg>
      <pc:sldChg chg="ord">
        <pc:chgData name="Rubio, Angel" userId="f551f9b7-999f-4af3-8cad-97f1558cb83a" providerId="ADAL" clId="{22BF065B-8000-44E4-93A5-DA6D8DD7A17F}" dt="2022-05-23T16:21:28.827" v="1516"/>
        <pc:sldMkLst>
          <pc:docMk/>
          <pc:sldMk cId="1810258011" sldId="295"/>
        </pc:sldMkLst>
      </pc:sldChg>
      <pc:sldChg chg="del">
        <pc:chgData name="Rubio, Angel" userId="f551f9b7-999f-4af3-8cad-97f1558cb83a" providerId="ADAL" clId="{22BF065B-8000-44E4-93A5-DA6D8DD7A17F}" dt="2022-05-23T16:21:39.452" v="1517" actId="47"/>
        <pc:sldMkLst>
          <pc:docMk/>
          <pc:sldMk cId="264794612" sldId="296"/>
        </pc:sldMkLst>
      </pc:sldChg>
      <pc:sldChg chg="ord">
        <pc:chgData name="Rubio, Angel" userId="f551f9b7-999f-4af3-8cad-97f1558cb83a" providerId="ADAL" clId="{22BF065B-8000-44E4-93A5-DA6D8DD7A17F}" dt="2022-05-23T16:19:36.962" v="1508"/>
        <pc:sldMkLst>
          <pc:docMk/>
          <pc:sldMk cId="2970230394" sldId="297"/>
        </pc:sldMkLst>
      </pc:sldChg>
      <pc:sldChg chg="del">
        <pc:chgData name="Rubio, Angel" userId="f551f9b7-999f-4af3-8cad-97f1558cb83a" providerId="ADAL" clId="{22BF065B-8000-44E4-93A5-DA6D8DD7A17F}" dt="2022-05-23T16:22:08.088" v="1519" actId="47"/>
        <pc:sldMkLst>
          <pc:docMk/>
          <pc:sldMk cId="2678827625" sldId="299"/>
        </pc:sldMkLst>
      </pc:sldChg>
      <pc:sldChg chg="del">
        <pc:chgData name="Rubio, Angel" userId="f551f9b7-999f-4af3-8cad-97f1558cb83a" providerId="ADAL" clId="{22BF065B-8000-44E4-93A5-DA6D8DD7A17F}" dt="2022-05-23T16:22:05.027" v="1518" actId="47"/>
        <pc:sldMkLst>
          <pc:docMk/>
          <pc:sldMk cId="1624191832" sldId="300"/>
        </pc:sldMkLst>
      </pc:sldChg>
      <pc:sldChg chg="modSp mod">
        <pc:chgData name="Rubio, Angel" userId="f551f9b7-999f-4af3-8cad-97f1558cb83a" providerId="ADAL" clId="{22BF065B-8000-44E4-93A5-DA6D8DD7A17F}" dt="2022-05-23T16:22:40.672" v="1521" actId="20577"/>
        <pc:sldMkLst>
          <pc:docMk/>
          <pc:sldMk cId="2952520445" sldId="303"/>
        </pc:sldMkLst>
        <pc:spChg chg="mod">
          <ac:chgData name="Rubio, Angel" userId="f551f9b7-999f-4af3-8cad-97f1558cb83a" providerId="ADAL" clId="{22BF065B-8000-44E4-93A5-DA6D8DD7A17F}" dt="2022-05-23T16:22:40.672" v="1521" actId="20577"/>
          <ac:spMkLst>
            <pc:docMk/>
            <pc:sldMk cId="2952520445" sldId="303"/>
            <ac:spMk id="5" creationId="{D22A44F8-FB51-0541-8956-385E32BED20F}"/>
          </ac:spMkLst>
        </pc:spChg>
      </pc:sldChg>
      <pc:sldChg chg="modSp mod">
        <pc:chgData name="Rubio, Angel" userId="f551f9b7-999f-4af3-8cad-97f1558cb83a" providerId="ADAL" clId="{22BF065B-8000-44E4-93A5-DA6D8DD7A17F}" dt="2022-05-23T16:34:01.647" v="2943" actId="6549"/>
        <pc:sldMkLst>
          <pc:docMk/>
          <pc:sldMk cId="3647208046" sldId="304"/>
        </pc:sldMkLst>
        <pc:spChg chg="mod">
          <ac:chgData name="Rubio, Angel" userId="f551f9b7-999f-4af3-8cad-97f1558cb83a" providerId="ADAL" clId="{22BF065B-8000-44E4-93A5-DA6D8DD7A17F}" dt="2022-05-23T16:34:01.647" v="2943" actId="6549"/>
          <ac:spMkLst>
            <pc:docMk/>
            <pc:sldMk cId="3647208046" sldId="304"/>
            <ac:spMk id="2" creationId="{2D6F4284-600D-E840-9AEE-A03D4AF0640D}"/>
          </ac:spMkLst>
        </pc:spChg>
      </pc:sldChg>
      <pc:sldChg chg="addSp delSp modSp mod">
        <pc:chgData name="Rubio, Angel" userId="f551f9b7-999f-4af3-8cad-97f1558cb83a" providerId="ADAL" clId="{22BF065B-8000-44E4-93A5-DA6D8DD7A17F}" dt="2022-05-26T15:20:28.590" v="5007" actId="478"/>
        <pc:sldMkLst>
          <pc:docMk/>
          <pc:sldMk cId="4291745355" sldId="305"/>
        </pc:sldMkLst>
        <pc:picChg chg="add del">
          <ac:chgData name="Rubio, Angel" userId="f551f9b7-999f-4af3-8cad-97f1558cb83a" providerId="ADAL" clId="{22BF065B-8000-44E4-93A5-DA6D8DD7A17F}" dt="2022-05-26T15:20:28.590" v="5007" actId="478"/>
          <ac:picMkLst>
            <pc:docMk/>
            <pc:sldMk cId="4291745355" sldId="305"/>
            <ac:picMk id="4" creationId="{54D31C32-96DB-5449-AE90-6B86F67CD88E}"/>
          </ac:picMkLst>
        </pc:picChg>
        <pc:picChg chg="add del mod">
          <ac:chgData name="Rubio, Angel" userId="f551f9b7-999f-4af3-8cad-97f1558cb83a" providerId="ADAL" clId="{22BF065B-8000-44E4-93A5-DA6D8DD7A17F}" dt="2022-05-26T15:20:27.616" v="5006"/>
          <ac:picMkLst>
            <pc:docMk/>
            <pc:sldMk cId="4291745355" sldId="305"/>
            <ac:picMk id="11" creationId="{DD2F6637-9625-DCAE-5142-032842F78122}"/>
          </ac:picMkLst>
        </pc:picChg>
      </pc:sldChg>
      <pc:sldChg chg="modSp mod">
        <pc:chgData name="Rubio, Angel" userId="f551f9b7-999f-4af3-8cad-97f1558cb83a" providerId="ADAL" clId="{22BF065B-8000-44E4-93A5-DA6D8DD7A17F}" dt="2022-05-23T16:06:51.950" v="1330" actId="20577"/>
        <pc:sldMkLst>
          <pc:docMk/>
          <pc:sldMk cId="3075523887" sldId="310"/>
        </pc:sldMkLst>
        <pc:spChg chg="mod">
          <ac:chgData name="Rubio, Angel" userId="f551f9b7-999f-4af3-8cad-97f1558cb83a" providerId="ADAL" clId="{22BF065B-8000-44E4-93A5-DA6D8DD7A17F}" dt="2022-05-23T16:06:51.950" v="1330" actId="20577"/>
          <ac:spMkLst>
            <pc:docMk/>
            <pc:sldMk cId="3075523887" sldId="310"/>
            <ac:spMk id="11" creationId="{2082EF87-C90C-4BFD-A427-F5FE4F7FB180}"/>
          </ac:spMkLst>
        </pc:spChg>
      </pc:sldChg>
      <pc:sldChg chg="modSp mod">
        <pc:chgData name="Rubio, Angel" userId="f551f9b7-999f-4af3-8cad-97f1558cb83a" providerId="ADAL" clId="{22BF065B-8000-44E4-93A5-DA6D8DD7A17F}" dt="2022-05-23T16:54:03.099" v="4688" actId="20577"/>
        <pc:sldMkLst>
          <pc:docMk/>
          <pc:sldMk cId="2134758135" sldId="320"/>
        </pc:sldMkLst>
        <pc:spChg chg="mod">
          <ac:chgData name="Rubio, Angel" userId="f551f9b7-999f-4af3-8cad-97f1558cb83a" providerId="ADAL" clId="{22BF065B-8000-44E4-93A5-DA6D8DD7A17F}" dt="2022-05-23T16:54:03.099" v="4688" actId="20577"/>
          <ac:spMkLst>
            <pc:docMk/>
            <pc:sldMk cId="2134758135" sldId="320"/>
            <ac:spMk id="4" creationId="{5D64E173-FDE4-439D-96AA-3BE487111DAB}"/>
          </ac:spMkLst>
        </pc:spChg>
      </pc:sldChg>
      <pc:sldChg chg="modSp mod">
        <pc:chgData name="Rubio, Angel" userId="f551f9b7-999f-4af3-8cad-97f1558cb83a" providerId="ADAL" clId="{22BF065B-8000-44E4-93A5-DA6D8DD7A17F}" dt="2022-05-30T09:20:18.831" v="5049" actId="20577"/>
        <pc:sldMkLst>
          <pc:docMk/>
          <pc:sldMk cId="3878622910" sldId="322"/>
        </pc:sldMkLst>
        <pc:spChg chg="mod">
          <ac:chgData name="Rubio, Angel" userId="f551f9b7-999f-4af3-8cad-97f1558cb83a" providerId="ADAL" clId="{22BF065B-8000-44E4-93A5-DA6D8DD7A17F}" dt="2022-05-30T09:20:18.831" v="5049" actId="20577"/>
          <ac:spMkLst>
            <pc:docMk/>
            <pc:sldMk cId="3878622910" sldId="322"/>
            <ac:spMk id="4" creationId="{5D64E173-FDE4-439D-96AA-3BE487111DAB}"/>
          </ac:spMkLst>
        </pc:spChg>
      </pc:sldChg>
      <pc:sldChg chg="modSp mod">
        <pc:chgData name="Rubio, Angel" userId="f551f9b7-999f-4af3-8cad-97f1558cb83a" providerId="ADAL" clId="{22BF065B-8000-44E4-93A5-DA6D8DD7A17F}" dt="2022-05-23T15:41:15.368" v="19" actId="20577"/>
        <pc:sldMkLst>
          <pc:docMk/>
          <pc:sldMk cId="3133093692" sldId="324"/>
        </pc:sldMkLst>
        <pc:spChg chg="mod">
          <ac:chgData name="Rubio, Angel" userId="f551f9b7-999f-4af3-8cad-97f1558cb83a" providerId="ADAL" clId="{22BF065B-8000-44E4-93A5-DA6D8DD7A17F}" dt="2022-05-23T15:41:15.368" v="19" actId="20577"/>
          <ac:spMkLst>
            <pc:docMk/>
            <pc:sldMk cId="3133093692" sldId="324"/>
            <ac:spMk id="9" creationId="{00000000-0000-0000-0000-000000000000}"/>
          </ac:spMkLst>
        </pc:spChg>
      </pc:sldChg>
      <pc:sldChg chg="modSp mod">
        <pc:chgData name="Rubio, Angel" userId="f551f9b7-999f-4af3-8cad-97f1558cb83a" providerId="ADAL" clId="{22BF065B-8000-44E4-93A5-DA6D8DD7A17F}" dt="2022-05-26T17:10:31.522" v="5028" actId="6549"/>
        <pc:sldMkLst>
          <pc:docMk/>
          <pc:sldMk cId="4158829516" sldId="328"/>
        </pc:sldMkLst>
        <pc:spChg chg="mod">
          <ac:chgData name="Rubio, Angel" userId="f551f9b7-999f-4af3-8cad-97f1558cb83a" providerId="ADAL" clId="{22BF065B-8000-44E4-93A5-DA6D8DD7A17F}" dt="2022-05-26T17:10:31.522" v="5028" actId="6549"/>
          <ac:spMkLst>
            <pc:docMk/>
            <pc:sldMk cId="4158829516" sldId="328"/>
            <ac:spMk id="4" creationId="{5D64E173-FDE4-439D-96AA-3BE487111DAB}"/>
          </ac:spMkLst>
        </pc:spChg>
      </pc:sldChg>
      <pc:sldChg chg="delSp modSp add del mod">
        <pc:chgData name="Rubio, Angel" userId="f551f9b7-999f-4af3-8cad-97f1558cb83a" providerId="ADAL" clId="{22BF065B-8000-44E4-93A5-DA6D8DD7A17F}" dt="2022-05-23T15:49:02.378" v="415" actId="47"/>
        <pc:sldMkLst>
          <pc:docMk/>
          <pc:sldMk cId="1671682121" sldId="329"/>
        </pc:sldMkLst>
        <pc:spChg chg="mod">
          <ac:chgData name="Rubio, Angel" userId="f551f9b7-999f-4af3-8cad-97f1558cb83a" providerId="ADAL" clId="{22BF065B-8000-44E4-93A5-DA6D8DD7A17F}" dt="2022-05-23T15:42:28.788" v="33" actId="6549"/>
          <ac:spMkLst>
            <pc:docMk/>
            <pc:sldMk cId="1671682121" sldId="329"/>
            <ac:spMk id="9" creationId="{00000000-0000-0000-0000-000000000000}"/>
          </ac:spMkLst>
        </pc:spChg>
        <pc:spChg chg="mod">
          <ac:chgData name="Rubio, Angel" userId="f551f9b7-999f-4af3-8cad-97f1558cb83a" providerId="ADAL" clId="{22BF065B-8000-44E4-93A5-DA6D8DD7A17F}" dt="2022-05-23T15:45:12.968" v="384" actId="20577"/>
          <ac:spMkLst>
            <pc:docMk/>
            <pc:sldMk cId="1671682121" sldId="329"/>
            <ac:spMk id="11" creationId="{2082EF87-C90C-4BFD-A427-F5FE4F7FB180}"/>
          </ac:spMkLst>
        </pc:spChg>
        <pc:picChg chg="del">
          <ac:chgData name="Rubio, Angel" userId="f551f9b7-999f-4af3-8cad-97f1558cb83a" providerId="ADAL" clId="{22BF065B-8000-44E4-93A5-DA6D8DD7A17F}" dt="2022-05-23T15:42:32.790" v="34" actId="478"/>
          <ac:picMkLst>
            <pc:docMk/>
            <pc:sldMk cId="1671682121" sldId="329"/>
            <ac:picMk id="2050" creationId="{A4044095-A5AB-48C0-A9A3-50D22BAD33EE}"/>
          </ac:picMkLst>
        </pc:picChg>
      </pc:sldChg>
      <pc:sldChg chg="addSp delSp modSp add mod">
        <pc:chgData name="Rubio, Angel" userId="f551f9b7-999f-4af3-8cad-97f1558cb83a" providerId="ADAL" clId="{22BF065B-8000-44E4-93A5-DA6D8DD7A17F}" dt="2022-05-23T15:51:00.608" v="567" actId="6549"/>
        <pc:sldMkLst>
          <pc:docMk/>
          <pc:sldMk cId="2070393965" sldId="330"/>
        </pc:sldMkLst>
        <pc:spChg chg="add del">
          <ac:chgData name="Rubio, Angel" userId="f551f9b7-999f-4af3-8cad-97f1558cb83a" providerId="ADAL" clId="{22BF065B-8000-44E4-93A5-DA6D8DD7A17F}" dt="2022-05-23T15:47:38.170" v="404" actId="11529"/>
          <ac:spMkLst>
            <pc:docMk/>
            <pc:sldMk cId="2070393965" sldId="330"/>
            <ac:spMk id="2" creationId="{AAAD3534-2E93-4F9A-7D5D-FD674A82E295}"/>
          </ac:spMkLst>
        </pc:spChg>
        <pc:spChg chg="add del mod">
          <ac:chgData name="Rubio, Angel" userId="f551f9b7-999f-4af3-8cad-97f1558cb83a" providerId="ADAL" clId="{22BF065B-8000-44E4-93A5-DA6D8DD7A17F}" dt="2022-05-23T15:49:07.937" v="416" actId="478"/>
          <ac:spMkLst>
            <pc:docMk/>
            <pc:sldMk cId="2070393965" sldId="330"/>
            <ac:spMk id="4" creationId="{265DB63C-974A-D59C-D782-C28423A18656}"/>
          </ac:spMkLst>
        </pc:spChg>
        <pc:spChg chg="mod">
          <ac:chgData name="Rubio, Angel" userId="f551f9b7-999f-4af3-8cad-97f1558cb83a" providerId="ADAL" clId="{22BF065B-8000-44E4-93A5-DA6D8DD7A17F}" dt="2022-05-23T15:51:00.608" v="567" actId="6549"/>
          <ac:spMkLst>
            <pc:docMk/>
            <pc:sldMk cId="2070393965" sldId="330"/>
            <ac:spMk id="11" creationId="{2082EF87-C90C-4BFD-A427-F5FE4F7FB180}"/>
          </ac:spMkLst>
        </pc:spChg>
        <pc:spChg chg="add del mod">
          <ac:chgData name="Rubio, Angel" userId="f551f9b7-999f-4af3-8cad-97f1558cb83a" providerId="ADAL" clId="{22BF065B-8000-44E4-93A5-DA6D8DD7A17F}" dt="2022-05-23T15:49:07.937" v="416" actId="478"/>
          <ac:spMkLst>
            <pc:docMk/>
            <pc:sldMk cId="2070393965" sldId="330"/>
            <ac:spMk id="12" creationId="{21DA4804-3D57-1AA8-479F-EDC5E47F934F}"/>
          </ac:spMkLst>
        </pc:spChg>
        <pc:spChg chg="add del mod">
          <ac:chgData name="Rubio, Angel" userId="f551f9b7-999f-4af3-8cad-97f1558cb83a" providerId="ADAL" clId="{22BF065B-8000-44E4-93A5-DA6D8DD7A17F}" dt="2022-05-23T15:49:07.937" v="416" actId="478"/>
          <ac:spMkLst>
            <pc:docMk/>
            <pc:sldMk cId="2070393965" sldId="330"/>
            <ac:spMk id="13" creationId="{B32AEE15-6312-A45D-0A91-ACA82EFA47D1}"/>
          </ac:spMkLst>
        </pc:spChg>
        <pc:picChg chg="add del mod modCrop">
          <ac:chgData name="Rubio, Angel" userId="f551f9b7-999f-4af3-8cad-97f1558cb83a" providerId="ADAL" clId="{22BF065B-8000-44E4-93A5-DA6D8DD7A17F}" dt="2022-05-23T15:49:07.937" v="416" actId="478"/>
          <ac:picMkLst>
            <pc:docMk/>
            <pc:sldMk cId="2070393965" sldId="330"/>
            <ac:picMk id="10" creationId="{50E329ED-B1C7-68FF-78E0-33CA42E567AE}"/>
          </ac:picMkLst>
        </pc:picChg>
      </pc:sldChg>
      <pc:sldChg chg="modSp add mod">
        <pc:chgData name="Rubio, Angel" userId="f551f9b7-999f-4af3-8cad-97f1558cb83a" providerId="ADAL" clId="{22BF065B-8000-44E4-93A5-DA6D8DD7A17F}" dt="2022-05-23T15:51:17.371" v="571" actId="20577"/>
        <pc:sldMkLst>
          <pc:docMk/>
          <pc:sldMk cId="1540583404" sldId="331"/>
        </pc:sldMkLst>
        <pc:spChg chg="mod">
          <ac:chgData name="Rubio, Angel" userId="f551f9b7-999f-4af3-8cad-97f1558cb83a" providerId="ADAL" clId="{22BF065B-8000-44E4-93A5-DA6D8DD7A17F}" dt="2022-05-23T15:51:17.371" v="571" actId="20577"/>
          <ac:spMkLst>
            <pc:docMk/>
            <pc:sldMk cId="1540583404" sldId="331"/>
            <ac:spMk id="11" creationId="{2082EF87-C90C-4BFD-A427-F5FE4F7FB180}"/>
          </ac:spMkLst>
        </pc:spChg>
      </pc:sldChg>
      <pc:sldChg chg="addSp delSp modSp add mod ord">
        <pc:chgData name="Rubio, Angel" userId="f551f9b7-999f-4af3-8cad-97f1558cb83a" providerId="ADAL" clId="{22BF065B-8000-44E4-93A5-DA6D8DD7A17F}" dt="2022-05-23T15:57:22.190" v="854" actId="20577"/>
        <pc:sldMkLst>
          <pc:docMk/>
          <pc:sldMk cId="3866222177" sldId="332"/>
        </pc:sldMkLst>
        <pc:spChg chg="del">
          <ac:chgData name="Rubio, Angel" userId="f551f9b7-999f-4af3-8cad-97f1558cb83a" providerId="ADAL" clId="{22BF065B-8000-44E4-93A5-DA6D8DD7A17F}" dt="2022-05-23T15:54:17.040" v="749" actId="478"/>
          <ac:spMkLst>
            <pc:docMk/>
            <pc:sldMk cId="3866222177" sldId="332"/>
            <ac:spMk id="4" creationId="{265DB63C-974A-D59C-D782-C28423A18656}"/>
          </ac:spMkLst>
        </pc:spChg>
        <pc:spChg chg="mod">
          <ac:chgData name="Rubio, Angel" userId="f551f9b7-999f-4af3-8cad-97f1558cb83a" providerId="ADAL" clId="{22BF065B-8000-44E4-93A5-DA6D8DD7A17F}" dt="2022-05-23T15:57:22.190" v="854" actId="20577"/>
          <ac:spMkLst>
            <pc:docMk/>
            <pc:sldMk cId="3866222177" sldId="332"/>
            <ac:spMk id="11" creationId="{2082EF87-C90C-4BFD-A427-F5FE4F7FB180}"/>
          </ac:spMkLst>
        </pc:spChg>
        <pc:spChg chg="del">
          <ac:chgData name="Rubio, Angel" userId="f551f9b7-999f-4af3-8cad-97f1558cb83a" providerId="ADAL" clId="{22BF065B-8000-44E4-93A5-DA6D8DD7A17F}" dt="2022-05-23T15:54:17.040" v="749" actId="478"/>
          <ac:spMkLst>
            <pc:docMk/>
            <pc:sldMk cId="3866222177" sldId="332"/>
            <ac:spMk id="12" creationId="{21DA4804-3D57-1AA8-479F-EDC5E47F934F}"/>
          </ac:spMkLst>
        </pc:spChg>
        <pc:spChg chg="del">
          <ac:chgData name="Rubio, Angel" userId="f551f9b7-999f-4af3-8cad-97f1558cb83a" providerId="ADAL" clId="{22BF065B-8000-44E4-93A5-DA6D8DD7A17F}" dt="2022-05-23T15:54:17.040" v="749" actId="478"/>
          <ac:spMkLst>
            <pc:docMk/>
            <pc:sldMk cId="3866222177" sldId="332"/>
            <ac:spMk id="13" creationId="{B32AEE15-6312-A45D-0A91-ACA82EFA47D1}"/>
          </ac:spMkLst>
        </pc:spChg>
        <pc:picChg chg="del">
          <ac:chgData name="Rubio, Angel" userId="f551f9b7-999f-4af3-8cad-97f1558cb83a" providerId="ADAL" clId="{22BF065B-8000-44E4-93A5-DA6D8DD7A17F}" dt="2022-05-23T15:54:17.040" v="749" actId="478"/>
          <ac:picMkLst>
            <pc:docMk/>
            <pc:sldMk cId="3866222177" sldId="332"/>
            <ac:picMk id="10" creationId="{50E329ED-B1C7-68FF-78E0-33CA42E567AE}"/>
          </ac:picMkLst>
        </pc:picChg>
        <pc:picChg chg="add mod">
          <ac:chgData name="Rubio, Angel" userId="f551f9b7-999f-4af3-8cad-97f1558cb83a" providerId="ADAL" clId="{22BF065B-8000-44E4-93A5-DA6D8DD7A17F}" dt="2022-05-23T15:56:32.349" v="751" actId="1076"/>
          <ac:picMkLst>
            <pc:docMk/>
            <pc:sldMk cId="3866222177" sldId="332"/>
            <ac:picMk id="1026" creationId="{6F131001-D395-7EAF-FC78-C315D2E3FCAA}"/>
          </ac:picMkLst>
        </pc:picChg>
      </pc:sldChg>
      <pc:sldChg chg="addSp delSp modSp add mod">
        <pc:chgData name="Rubio, Angel" userId="f551f9b7-999f-4af3-8cad-97f1558cb83a" providerId="ADAL" clId="{22BF065B-8000-44E4-93A5-DA6D8DD7A17F}" dt="2022-05-23T16:02:58.401" v="1008"/>
        <pc:sldMkLst>
          <pc:docMk/>
          <pc:sldMk cId="862149980" sldId="333"/>
        </pc:sldMkLst>
        <pc:spChg chg="mod">
          <ac:chgData name="Rubio, Angel" userId="f551f9b7-999f-4af3-8cad-97f1558cb83a" providerId="ADAL" clId="{22BF065B-8000-44E4-93A5-DA6D8DD7A17F}" dt="2022-05-23T16:01:21.563" v="1006" actId="14100"/>
          <ac:spMkLst>
            <pc:docMk/>
            <pc:sldMk cId="862149980" sldId="333"/>
            <ac:spMk id="11" creationId="{2082EF87-C90C-4BFD-A427-F5FE4F7FB180}"/>
          </ac:spMkLst>
        </pc:spChg>
        <pc:spChg chg="add del mod">
          <ac:chgData name="Rubio, Angel" userId="f551f9b7-999f-4af3-8cad-97f1558cb83a" providerId="ADAL" clId="{22BF065B-8000-44E4-93A5-DA6D8DD7A17F}" dt="2022-05-23T16:02:58.401" v="1008"/>
          <ac:spMkLst>
            <pc:docMk/>
            <pc:sldMk cId="862149980" sldId="333"/>
            <ac:spMk id="12" creationId="{DE601B87-D719-9812-ED16-5B642C93755F}"/>
          </ac:spMkLst>
        </pc:spChg>
        <pc:picChg chg="del">
          <ac:chgData name="Rubio, Angel" userId="f551f9b7-999f-4af3-8cad-97f1558cb83a" providerId="ADAL" clId="{22BF065B-8000-44E4-93A5-DA6D8DD7A17F}" dt="2022-05-23T16:01:03.517" v="1001" actId="478"/>
          <ac:picMkLst>
            <pc:docMk/>
            <pc:sldMk cId="862149980" sldId="333"/>
            <ac:picMk id="1026" creationId="{6F131001-D395-7EAF-FC78-C315D2E3FCAA}"/>
          </ac:picMkLst>
        </pc:picChg>
        <pc:picChg chg="add mod">
          <ac:chgData name="Rubio, Angel" userId="f551f9b7-999f-4af3-8cad-97f1558cb83a" providerId="ADAL" clId="{22BF065B-8000-44E4-93A5-DA6D8DD7A17F}" dt="2022-05-23T16:01:17.681" v="1005" actId="1076"/>
          <ac:picMkLst>
            <pc:docMk/>
            <pc:sldMk cId="862149980" sldId="333"/>
            <ac:picMk id="2050" creationId="{06C02C72-7C11-581C-BCC9-E1A1E7CC253E}"/>
          </ac:picMkLst>
        </pc:picChg>
      </pc:sldChg>
      <pc:sldChg chg="addSp delSp modSp add mod">
        <pc:chgData name="Rubio, Angel" userId="f551f9b7-999f-4af3-8cad-97f1558cb83a" providerId="ADAL" clId="{22BF065B-8000-44E4-93A5-DA6D8DD7A17F}" dt="2022-05-23T16:04:30.082" v="1186" actId="14100"/>
        <pc:sldMkLst>
          <pc:docMk/>
          <pc:sldMk cId="2574627020" sldId="334"/>
        </pc:sldMkLst>
        <pc:spChg chg="mod">
          <ac:chgData name="Rubio, Angel" userId="f551f9b7-999f-4af3-8cad-97f1558cb83a" providerId="ADAL" clId="{22BF065B-8000-44E4-93A5-DA6D8DD7A17F}" dt="2022-05-23T16:04:27.802" v="1185" actId="14100"/>
          <ac:spMkLst>
            <pc:docMk/>
            <pc:sldMk cId="2574627020" sldId="334"/>
            <ac:spMk id="11" creationId="{2082EF87-C90C-4BFD-A427-F5FE4F7FB180}"/>
          </ac:spMkLst>
        </pc:spChg>
        <pc:picChg chg="del">
          <ac:chgData name="Rubio, Angel" userId="f551f9b7-999f-4af3-8cad-97f1558cb83a" providerId="ADAL" clId="{22BF065B-8000-44E4-93A5-DA6D8DD7A17F}" dt="2022-05-23T16:04:08.761" v="1179" actId="478"/>
          <ac:picMkLst>
            <pc:docMk/>
            <pc:sldMk cId="2574627020" sldId="334"/>
            <ac:picMk id="2050" creationId="{06C02C72-7C11-581C-BCC9-E1A1E7CC253E}"/>
          </ac:picMkLst>
        </pc:picChg>
        <pc:picChg chg="add mod">
          <ac:chgData name="Rubio, Angel" userId="f551f9b7-999f-4af3-8cad-97f1558cb83a" providerId="ADAL" clId="{22BF065B-8000-44E4-93A5-DA6D8DD7A17F}" dt="2022-05-23T16:04:30.082" v="1186" actId="14100"/>
          <ac:picMkLst>
            <pc:docMk/>
            <pc:sldMk cId="2574627020" sldId="334"/>
            <ac:picMk id="3074" creationId="{77162F7E-7E21-F710-A6FF-46F11B533F44}"/>
          </ac:picMkLst>
        </pc:picChg>
      </pc:sldChg>
      <pc:sldChg chg="modSp add mod">
        <pc:chgData name="Rubio, Angel" userId="f551f9b7-999f-4af3-8cad-97f1558cb83a" providerId="ADAL" clId="{22BF065B-8000-44E4-93A5-DA6D8DD7A17F}" dt="2022-05-26T15:18:16.959" v="4986" actId="20577"/>
        <pc:sldMkLst>
          <pc:docMk/>
          <pc:sldMk cId="262998138" sldId="335"/>
        </pc:sldMkLst>
        <pc:spChg chg="mod">
          <ac:chgData name="Rubio, Angel" userId="f551f9b7-999f-4af3-8cad-97f1558cb83a" providerId="ADAL" clId="{22BF065B-8000-44E4-93A5-DA6D8DD7A17F}" dt="2022-05-26T15:18:16.959" v="4986" actId="20577"/>
          <ac:spMkLst>
            <pc:docMk/>
            <pc:sldMk cId="262998138" sldId="335"/>
            <ac:spMk id="5" creationId="{D22A44F8-FB51-0541-8956-385E32BED20F}"/>
          </ac:spMkLst>
        </pc:spChg>
      </pc:sldChg>
      <pc:sldChg chg="modSp add mod">
        <pc:chgData name="Rubio, Angel" userId="f551f9b7-999f-4af3-8cad-97f1558cb83a" providerId="ADAL" clId="{22BF065B-8000-44E4-93A5-DA6D8DD7A17F}" dt="2022-05-23T16:33:09.385" v="2926" actId="20577"/>
        <pc:sldMkLst>
          <pc:docMk/>
          <pc:sldMk cId="4270499778" sldId="336"/>
        </pc:sldMkLst>
        <pc:spChg chg="mod">
          <ac:chgData name="Rubio, Angel" userId="f551f9b7-999f-4af3-8cad-97f1558cb83a" providerId="ADAL" clId="{22BF065B-8000-44E4-93A5-DA6D8DD7A17F}" dt="2022-05-23T16:33:09.385" v="2926" actId="20577"/>
          <ac:spMkLst>
            <pc:docMk/>
            <pc:sldMk cId="4270499778" sldId="336"/>
            <ac:spMk id="5" creationId="{D22A44F8-FB51-0541-8956-385E32BED20F}"/>
          </ac:spMkLst>
        </pc:spChg>
      </pc:sldChg>
      <pc:sldChg chg="modSp add mod modNotesTx">
        <pc:chgData name="Rubio, Angel" userId="f551f9b7-999f-4af3-8cad-97f1558cb83a" providerId="ADAL" clId="{22BF065B-8000-44E4-93A5-DA6D8DD7A17F}" dt="2022-05-23T16:45:37.538" v="4334" actId="20577"/>
        <pc:sldMkLst>
          <pc:docMk/>
          <pc:sldMk cId="1417424880" sldId="337"/>
        </pc:sldMkLst>
        <pc:spChg chg="mod">
          <ac:chgData name="Rubio, Angel" userId="f551f9b7-999f-4af3-8cad-97f1558cb83a" providerId="ADAL" clId="{22BF065B-8000-44E4-93A5-DA6D8DD7A17F}" dt="2022-05-23T16:43:48.565" v="4016" actId="20577"/>
          <ac:spMkLst>
            <pc:docMk/>
            <pc:sldMk cId="1417424880" sldId="337"/>
            <ac:spMk id="5" creationId="{D22A44F8-FB51-0541-8956-385E32BED20F}"/>
          </ac:spMkLst>
        </pc:spChg>
      </pc:sldChg>
      <pc:sldChg chg="addSp modSp add mod modNotesTx">
        <pc:chgData name="Rubio, Angel" userId="f551f9b7-999f-4af3-8cad-97f1558cb83a" providerId="ADAL" clId="{22BF065B-8000-44E4-93A5-DA6D8DD7A17F}" dt="2022-05-26T15:21:01.434" v="5013" actId="403"/>
        <pc:sldMkLst>
          <pc:docMk/>
          <pc:sldMk cId="2740390270" sldId="338"/>
        </pc:sldMkLst>
        <pc:spChg chg="mod">
          <ac:chgData name="Rubio, Angel" userId="f551f9b7-999f-4af3-8cad-97f1558cb83a" providerId="ADAL" clId="{22BF065B-8000-44E4-93A5-DA6D8DD7A17F}" dt="2022-05-26T15:21:01.434" v="5013" actId="403"/>
          <ac:spMkLst>
            <pc:docMk/>
            <pc:sldMk cId="2740390270" sldId="338"/>
            <ac:spMk id="5" creationId="{D22A44F8-FB51-0541-8956-385E32BED20F}"/>
          </ac:spMkLst>
        </pc:spChg>
        <pc:picChg chg="add mod">
          <ac:chgData name="Rubio, Angel" userId="f551f9b7-999f-4af3-8cad-97f1558cb83a" providerId="ADAL" clId="{22BF065B-8000-44E4-93A5-DA6D8DD7A17F}" dt="2022-05-23T16:50:56.815" v="4444" actId="1076"/>
          <ac:picMkLst>
            <pc:docMk/>
            <pc:sldMk cId="2740390270" sldId="338"/>
            <ac:picMk id="8" creationId="{D699FFAB-154F-1E73-2225-2C4D256778C7}"/>
          </ac:picMkLst>
        </pc:picChg>
        <pc:picChg chg="add mod">
          <ac:chgData name="Rubio, Angel" userId="f551f9b7-999f-4af3-8cad-97f1558cb83a" providerId="ADAL" clId="{22BF065B-8000-44E4-93A5-DA6D8DD7A17F}" dt="2022-05-23T16:50:51.943" v="4443" actId="14100"/>
          <ac:picMkLst>
            <pc:docMk/>
            <pc:sldMk cId="2740390270" sldId="338"/>
            <ac:picMk id="4098" creationId="{D7E2112B-BC0E-A00C-3E58-254EB3BCC294}"/>
          </ac:picMkLst>
        </pc:picChg>
      </pc:sldChg>
      <pc:sldChg chg="add del">
        <pc:chgData name="Rubio, Angel" userId="f551f9b7-999f-4af3-8cad-97f1558cb83a" providerId="ADAL" clId="{22BF065B-8000-44E4-93A5-DA6D8DD7A17F}" dt="2022-05-26T15:10:22.640" v="4690" actId="47"/>
        <pc:sldMkLst>
          <pc:docMk/>
          <pc:sldMk cId="1783061493" sldId="339"/>
        </pc:sldMkLst>
      </pc:sldChg>
      <pc:sldChg chg="add">
        <pc:chgData name="Rubio, Angel" userId="f551f9b7-999f-4af3-8cad-97f1558cb83a" providerId="ADAL" clId="{22BF065B-8000-44E4-93A5-DA6D8DD7A17F}" dt="2022-05-26T15:10:35.751" v="4691"/>
        <pc:sldMkLst>
          <pc:docMk/>
          <pc:sldMk cId="3957105394" sldId="339"/>
        </pc:sldMkLst>
      </pc:sldChg>
      <pc:sldChg chg="addSp delSp modSp add ord">
        <pc:chgData name="Rubio, Angel" userId="f551f9b7-999f-4af3-8cad-97f1558cb83a" providerId="ADAL" clId="{22BF065B-8000-44E4-93A5-DA6D8DD7A17F}" dt="2022-05-30T09:17:13.860" v="5034"/>
        <pc:sldMkLst>
          <pc:docMk/>
          <pc:sldMk cId="3265225151" sldId="340"/>
        </pc:sldMkLst>
        <pc:picChg chg="add del mod">
          <ac:chgData name="Rubio, Angel" userId="f551f9b7-999f-4af3-8cad-97f1558cb83a" providerId="ADAL" clId="{22BF065B-8000-44E4-93A5-DA6D8DD7A17F}" dt="2022-05-26T15:18:42.804" v="4992"/>
          <ac:picMkLst>
            <pc:docMk/>
            <pc:sldMk cId="3265225151" sldId="340"/>
            <ac:picMk id="11" creationId="{E1E85A20-2FB3-710B-49D2-FB553A65338B}"/>
          </ac:picMkLst>
        </pc:picChg>
        <pc:picChg chg="add mod">
          <ac:chgData name="Rubio, Angel" userId="f551f9b7-999f-4af3-8cad-97f1558cb83a" providerId="ADAL" clId="{22BF065B-8000-44E4-93A5-DA6D8DD7A17F}" dt="2022-05-26T15:18:45.306" v="4994"/>
          <ac:picMkLst>
            <pc:docMk/>
            <pc:sldMk cId="3265225151" sldId="340"/>
            <ac:picMk id="12" creationId="{17346D48-1411-9AD0-670C-A5148D6E4490}"/>
          </ac:picMkLst>
        </pc:picChg>
        <pc:picChg chg="del">
          <ac:chgData name="Rubio, Angel" userId="f551f9b7-999f-4af3-8cad-97f1558cb83a" providerId="ADAL" clId="{22BF065B-8000-44E4-93A5-DA6D8DD7A17F}" dt="2022-05-26T15:18:44.933" v="4993" actId="478"/>
          <ac:picMkLst>
            <pc:docMk/>
            <pc:sldMk cId="3265225151" sldId="340"/>
            <ac:picMk id="24578" creationId="{C9379841-CE3E-2C45-9380-C00C6B0E688C}"/>
          </ac:picMkLst>
        </pc:picChg>
      </pc:sldChg>
      <pc:sldChg chg="add del">
        <pc:chgData name="Rubio, Angel" userId="f551f9b7-999f-4af3-8cad-97f1558cb83a" providerId="ADAL" clId="{22BF065B-8000-44E4-93A5-DA6D8DD7A17F}" dt="2022-05-26T15:19:25.591" v="4995" actId="47"/>
        <pc:sldMkLst>
          <pc:docMk/>
          <pc:sldMk cId="1731294517" sldId="341"/>
        </pc:sldMkLst>
      </pc:sldChg>
      <pc:sldChg chg="addSp delSp modSp add mod ord">
        <pc:chgData name="Rubio, Angel" userId="f551f9b7-999f-4af3-8cad-97f1558cb83a" providerId="ADAL" clId="{22BF065B-8000-44E4-93A5-DA6D8DD7A17F}" dt="2022-05-30T09:17:19.474" v="5036"/>
        <pc:sldMkLst>
          <pc:docMk/>
          <pc:sldMk cId="2334813906" sldId="341"/>
        </pc:sldMkLst>
        <pc:picChg chg="add mod">
          <ac:chgData name="Rubio, Angel" userId="f551f9b7-999f-4af3-8cad-97f1558cb83a" providerId="ADAL" clId="{22BF065B-8000-44E4-93A5-DA6D8DD7A17F}" dt="2022-05-26T15:19:59.136" v="5000"/>
          <ac:picMkLst>
            <pc:docMk/>
            <pc:sldMk cId="2334813906" sldId="341"/>
            <ac:picMk id="11" creationId="{B5E148B5-CCBB-D5FD-B453-EC59FB4BA8D3}"/>
          </ac:picMkLst>
        </pc:picChg>
        <pc:picChg chg="del">
          <ac:chgData name="Rubio, Angel" userId="f551f9b7-999f-4af3-8cad-97f1558cb83a" providerId="ADAL" clId="{22BF065B-8000-44E4-93A5-DA6D8DD7A17F}" dt="2022-05-26T15:19:58.735" v="4999" actId="478"/>
          <ac:picMkLst>
            <pc:docMk/>
            <pc:sldMk cId="2334813906" sldId="341"/>
            <ac:picMk id="12" creationId="{17346D48-1411-9AD0-670C-A5148D6E4490}"/>
          </ac:picMkLst>
        </pc:picChg>
      </pc:sldChg>
      <pc:sldChg chg="addSp delSp modSp add mod ord">
        <pc:chgData name="Rubio, Angel" userId="f551f9b7-999f-4af3-8cad-97f1558cb83a" providerId="ADAL" clId="{22BF065B-8000-44E4-93A5-DA6D8DD7A17F}" dt="2022-05-26T15:20:36.454" v="5009"/>
        <pc:sldMkLst>
          <pc:docMk/>
          <pc:sldMk cId="3762103467" sldId="342"/>
        </pc:sldMkLst>
        <pc:picChg chg="del">
          <ac:chgData name="Rubio, Angel" userId="f551f9b7-999f-4af3-8cad-97f1558cb83a" providerId="ADAL" clId="{22BF065B-8000-44E4-93A5-DA6D8DD7A17F}" dt="2022-05-26T15:20:36.050" v="5008" actId="478"/>
          <ac:picMkLst>
            <pc:docMk/>
            <pc:sldMk cId="3762103467" sldId="342"/>
            <ac:picMk id="11" creationId="{B5E148B5-CCBB-D5FD-B453-EC59FB4BA8D3}"/>
          </ac:picMkLst>
        </pc:picChg>
        <pc:picChg chg="add mod">
          <ac:chgData name="Rubio, Angel" userId="f551f9b7-999f-4af3-8cad-97f1558cb83a" providerId="ADAL" clId="{22BF065B-8000-44E4-93A5-DA6D8DD7A17F}" dt="2022-05-26T15:20:36.454" v="5009"/>
          <ac:picMkLst>
            <pc:docMk/>
            <pc:sldMk cId="3762103467" sldId="342"/>
            <ac:picMk id="12" creationId="{F5B2794E-4BCD-4BED-CB4E-A8557C11859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B0AA77-1898-4FE9-8798-1C77B813386C}" type="doc">
      <dgm:prSet loTypeId="urn:microsoft.com/office/officeart/2005/8/layout/pyramid1" loCatId="pyramid" qsTypeId="urn:microsoft.com/office/officeart/2005/8/quickstyle/simple1" qsCatId="simple" csTypeId="urn:microsoft.com/office/officeart/2005/8/colors/accent0_3" csCatId="mainScheme" phldr="1"/>
      <dgm:spPr/>
    </dgm:pt>
    <dgm:pt modelId="{F5CF22CA-AA05-417F-8D89-5DC209A171EB}">
      <dgm:prSet phldrT="[Text]" custT="1"/>
      <dgm:spPr>
        <a:solidFill>
          <a:srgbClr val="B4B4B4"/>
        </a:solidFill>
        <a:ln w="6350">
          <a:solidFill>
            <a:schemeClr val="bg1"/>
          </a:solidFill>
        </a:ln>
      </dgm:spPr>
      <dgm:t>
        <a:bodyPr tIns="457200" bIns="91440" anchor="b" anchorCtr="0"/>
        <a:lstStyle/>
        <a:p>
          <a:endParaRPr lang="en-US" sz="1200" dirty="0">
            <a:solidFill>
              <a:srgbClr val="FFFFFF"/>
            </a:solidFill>
          </a:endParaRPr>
        </a:p>
      </dgm:t>
    </dgm:pt>
    <dgm:pt modelId="{B24D76BC-091D-46E3-95A6-27CDFDB64474}" type="parTrans" cxnId="{CDAF1BB5-5971-4149-9387-29FA98E64DF5}">
      <dgm:prSet/>
      <dgm:spPr/>
      <dgm:t>
        <a:bodyPr/>
        <a:lstStyle/>
        <a:p>
          <a:endParaRPr lang="en-US" sz="1200"/>
        </a:p>
      </dgm:t>
    </dgm:pt>
    <dgm:pt modelId="{B7816E19-641B-4521-9D4A-DD34E6715A9C}" type="sibTrans" cxnId="{CDAF1BB5-5971-4149-9387-29FA98E64DF5}">
      <dgm:prSet/>
      <dgm:spPr/>
      <dgm:t>
        <a:bodyPr/>
        <a:lstStyle/>
        <a:p>
          <a:endParaRPr lang="en-US" sz="1200"/>
        </a:p>
      </dgm:t>
    </dgm:pt>
    <dgm:pt modelId="{6ECAB874-4AEC-4976-BFEF-D2DDCFFB48DB}">
      <dgm:prSet phldrT="[Text]" custT="1"/>
      <dgm:spPr>
        <a:solidFill>
          <a:schemeClr val="accent1"/>
        </a:solidFill>
        <a:ln w="6350">
          <a:solidFill>
            <a:schemeClr val="bg1"/>
          </a:solidFill>
        </a:ln>
      </dgm:spPr>
      <dgm:t>
        <a:bodyPr bIns="91440" anchor="b" anchorCtr="0"/>
        <a:lstStyle/>
        <a:p>
          <a:endParaRPr lang="en-US" sz="1200" dirty="0">
            <a:solidFill>
              <a:srgbClr val="FFFFFF"/>
            </a:solidFill>
          </a:endParaRPr>
        </a:p>
      </dgm:t>
    </dgm:pt>
    <dgm:pt modelId="{B1A72E13-34A4-4607-8D21-4B325897B9DC}" type="parTrans" cxnId="{30624DFB-5691-4243-BD55-E76B5EFFF0F9}">
      <dgm:prSet/>
      <dgm:spPr/>
      <dgm:t>
        <a:bodyPr/>
        <a:lstStyle/>
        <a:p>
          <a:endParaRPr lang="en-US" sz="1200"/>
        </a:p>
      </dgm:t>
    </dgm:pt>
    <dgm:pt modelId="{F9439EDD-648E-484C-8334-B80F3B796436}" type="sibTrans" cxnId="{30624DFB-5691-4243-BD55-E76B5EFFF0F9}">
      <dgm:prSet/>
      <dgm:spPr/>
      <dgm:t>
        <a:bodyPr/>
        <a:lstStyle/>
        <a:p>
          <a:endParaRPr lang="en-US" sz="1200"/>
        </a:p>
      </dgm:t>
    </dgm:pt>
    <dgm:pt modelId="{FE5AEA80-EEA4-425C-A2BF-C2EC3DE82944}">
      <dgm:prSet phldrT="[Text]" custT="1"/>
      <dgm:spPr>
        <a:solidFill>
          <a:schemeClr val="accent3"/>
        </a:solidFill>
        <a:ln w="6350">
          <a:solidFill>
            <a:schemeClr val="bg1"/>
          </a:solidFill>
        </a:ln>
      </dgm:spPr>
      <dgm:t>
        <a:bodyPr bIns="91440" anchor="b" anchorCtr="0"/>
        <a:lstStyle/>
        <a:p>
          <a:endParaRPr lang="en-US" sz="1200" dirty="0">
            <a:solidFill>
              <a:srgbClr val="FFFFFF"/>
            </a:solidFill>
          </a:endParaRPr>
        </a:p>
      </dgm:t>
    </dgm:pt>
    <dgm:pt modelId="{42608AFF-4881-4973-9004-680AD29B6B49}" type="sibTrans" cxnId="{FE65646B-64ED-45EC-A2C6-B4136DD21955}">
      <dgm:prSet/>
      <dgm:spPr/>
      <dgm:t>
        <a:bodyPr/>
        <a:lstStyle/>
        <a:p>
          <a:endParaRPr lang="en-US" sz="1200"/>
        </a:p>
      </dgm:t>
    </dgm:pt>
    <dgm:pt modelId="{6AD28A7E-6C93-4913-814B-476920260918}" type="parTrans" cxnId="{FE65646B-64ED-45EC-A2C6-B4136DD21955}">
      <dgm:prSet/>
      <dgm:spPr/>
      <dgm:t>
        <a:bodyPr/>
        <a:lstStyle/>
        <a:p>
          <a:endParaRPr lang="en-US" sz="1200"/>
        </a:p>
      </dgm:t>
    </dgm:pt>
    <dgm:pt modelId="{D4A936FC-2570-496B-AA38-40C3605001CC}">
      <dgm:prSet phldrT="[Text]" custT="1"/>
      <dgm:spPr>
        <a:solidFill>
          <a:schemeClr val="accent2"/>
        </a:solidFill>
        <a:ln w="6350">
          <a:solidFill>
            <a:schemeClr val="bg1"/>
          </a:solidFill>
        </a:ln>
      </dgm:spPr>
      <dgm:t>
        <a:bodyPr bIns="91440" anchor="b" anchorCtr="0"/>
        <a:lstStyle/>
        <a:p>
          <a:endParaRPr lang="en-US" sz="1200" dirty="0">
            <a:solidFill>
              <a:srgbClr val="FFFFFF"/>
            </a:solidFill>
          </a:endParaRPr>
        </a:p>
      </dgm:t>
    </dgm:pt>
    <dgm:pt modelId="{D6CA8AD3-0894-4415-8ED3-9D332A1C3D92}" type="parTrans" cxnId="{CB4F2AAF-189D-4F68-AE26-45FA4483C9D3}">
      <dgm:prSet/>
      <dgm:spPr/>
      <dgm:t>
        <a:bodyPr/>
        <a:lstStyle/>
        <a:p>
          <a:endParaRPr lang="en-US"/>
        </a:p>
      </dgm:t>
    </dgm:pt>
    <dgm:pt modelId="{325EEFCF-A725-4020-88B3-C6B03DE1471B}" type="sibTrans" cxnId="{CB4F2AAF-189D-4F68-AE26-45FA4483C9D3}">
      <dgm:prSet/>
      <dgm:spPr/>
      <dgm:t>
        <a:bodyPr/>
        <a:lstStyle/>
        <a:p>
          <a:endParaRPr lang="en-US"/>
        </a:p>
      </dgm:t>
    </dgm:pt>
    <dgm:pt modelId="{B17C045F-CEDC-45E8-AF47-23396402DAE4}" type="pres">
      <dgm:prSet presAssocID="{9AB0AA77-1898-4FE9-8798-1C77B813386C}" presName="Name0" presStyleCnt="0">
        <dgm:presLayoutVars>
          <dgm:dir/>
          <dgm:animLvl val="lvl"/>
          <dgm:resizeHandles val="exact"/>
        </dgm:presLayoutVars>
      </dgm:prSet>
      <dgm:spPr/>
    </dgm:pt>
    <dgm:pt modelId="{B0677A24-2EDC-436B-9948-D349CFF942E2}" type="pres">
      <dgm:prSet presAssocID="{F5CF22CA-AA05-417F-8D89-5DC209A171EB}" presName="Name8" presStyleCnt="0"/>
      <dgm:spPr/>
    </dgm:pt>
    <dgm:pt modelId="{ECF623A0-DEA5-4327-AAA2-FE30DA796F53}" type="pres">
      <dgm:prSet presAssocID="{F5CF22CA-AA05-417F-8D89-5DC209A171EB}" presName="level" presStyleLbl="node1" presStyleIdx="0" presStyleCnt="4" custScaleY="157956">
        <dgm:presLayoutVars>
          <dgm:chMax val="1"/>
          <dgm:bulletEnabled val="1"/>
        </dgm:presLayoutVars>
      </dgm:prSet>
      <dgm:spPr/>
    </dgm:pt>
    <dgm:pt modelId="{05F7C707-B930-4D0F-AD40-422CC764CDB1}" type="pres">
      <dgm:prSet presAssocID="{F5CF22CA-AA05-417F-8D89-5DC209A171E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4AC7E4F-46D4-4EF1-AFBB-CA8402D668D6}" type="pres">
      <dgm:prSet presAssocID="{6ECAB874-4AEC-4976-BFEF-D2DDCFFB48DB}" presName="Name8" presStyleCnt="0"/>
      <dgm:spPr/>
    </dgm:pt>
    <dgm:pt modelId="{3B4D60DC-3880-4788-95C0-C5331C7B8E49}" type="pres">
      <dgm:prSet presAssocID="{6ECAB874-4AEC-4976-BFEF-D2DDCFFB48DB}" presName="level" presStyleLbl="node1" presStyleIdx="1" presStyleCnt="4">
        <dgm:presLayoutVars>
          <dgm:chMax val="1"/>
          <dgm:bulletEnabled val="1"/>
        </dgm:presLayoutVars>
      </dgm:prSet>
      <dgm:spPr/>
    </dgm:pt>
    <dgm:pt modelId="{A7EB5071-B632-476B-8029-40FE41DF5B7B}" type="pres">
      <dgm:prSet presAssocID="{6ECAB874-4AEC-4976-BFEF-D2DDCFFB48D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F6D63C1-9902-48DD-98BB-AC7100A56A48}" type="pres">
      <dgm:prSet presAssocID="{FE5AEA80-EEA4-425C-A2BF-C2EC3DE82944}" presName="Name8" presStyleCnt="0"/>
      <dgm:spPr/>
    </dgm:pt>
    <dgm:pt modelId="{58F179C7-16A8-432B-BA8B-1B820D98D9A2}" type="pres">
      <dgm:prSet presAssocID="{FE5AEA80-EEA4-425C-A2BF-C2EC3DE82944}" presName="level" presStyleLbl="node1" presStyleIdx="2" presStyleCnt="4">
        <dgm:presLayoutVars>
          <dgm:chMax val="1"/>
          <dgm:bulletEnabled val="1"/>
        </dgm:presLayoutVars>
      </dgm:prSet>
      <dgm:spPr/>
    </dgm:pt>
    <dgm:pt modelId="{A71E63FD-05AD-4CE9-8DA0-97D40EB93279}" type="pres">
      <dgm:prSet presAssocID="{FE5AEA80-EEA4-425C-A2BF-C2EC3DE8294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8705749-BCA6-4C77-83F2-F7A74A93FFC6}" type="pres">
      <dgm:prSet presAssocID="{D4A936FC-2570-496B-AA38-40C3605001CC}" presName="Name8" presStyleCnt="0"/>
      <dgm:spPr/>
    </dgm:pt>
    <dgm:pt modelId="{4C93577F-86B3-4437-AC53-27DFCA2D946A}" type="pres">
      <dgm:prSet presAssocID="{D4A936FC-2570-496B-AA38-40C3605001CC}" presName="level" presStyleLbl="node1" presStyleIdx="3" presStyleCnt="4" custLinFactNeighborX="8894" custLinFactNeighborY="25347">
        <dgm:presLayoutVars>
          <dgm:chMax val="1"/>
          <dgm:bulletEnabled val="1"/>
        </dgm:presLayoutVars>
      </dgm:prSet>
      <dgm:spPr/>
    </dgm:pt>
    <dgm:pt modelId="{2BB7DDF4-8BB1-4DDF-90F3-9410843E50B9}" type="pres">
      <dgm:prSet presAssocID="{D4A936FC-2570-496B-AA38-40C3605001C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374CA22B-1E42-064A-9685-EA497FC42A0D}" type="presOf" srcId="{6ECAB874-4AEC-4976-BFEF-D2DDCFFB48DB}" destId="{3B4D60DC-3880-4788-95C0-C5331C7B8E49}" srcOrd="0" destOrd="0" presId="urn:microsoft.com/office/officeart/2005/8/layout/pyramid1"/>
    <dgm:cxn modelId="{793CCA3F-FB72-564D-95C0-C20CB13B6E73}" type="presOf" srcId="{FE5AEA80-EEA4-425C-A2BF-C2EC3DE82944}" destId="{A71E63FD-05AD-4CE9-8DA0-97D40EB93279}" srcOrd="1" destOrd="0" presId="urn:microsoft.com/office/officeart/2005/8/layout/pyramid1"/>
    <dgm:cxn modelId="{20D52E5D-39E4-1D4C-BB8F-D506126C113B}" type="presOf" srcId="{9AB0AA77-1898-4FE9-8798-1C77B813386C}" destId="{B17C045F-CEDC-45E8-AF47-23396402DAE4}" srcOrd="0" destOrd="0" presId="urn:microsoft.com/office/officeart/2005/8/layout/pyramid1"/>
    <dgm:cxn modelId="{FE65646B-64ED-45EC-A2C6-B4136DD21955}" srcId="{9AB0AA77-1898-4FE9-8798-1C77B813386C}" destId="{FE5AEA80-EEA4-425C-A2BF-C2EC3DE82944}" srcOrd="2" destOrd="0" parTransId="{6AD28A7E-6C93-4913-814B-476920260918}" sibTransId="{42608AFF-4881-4973-9004-680AD29B6B49}"/>
    <dgm:cxn modelId="{08F3BE7F-60B5-284B-9817-A9853CD25A36}" type="presOf" srcId="{D4A936FC-2570-496B-AA38-40C3605001CC}" destId="{2BB7DDF4-8BB1-4DDF-90F3-9410843E50B9}" srcOrd="1" destOrd="0" presId="urn:microsoft.com/office/officeart/2005/8/layout/pyramid1"/>
    <dgm:cxn modelId="{B3C6C581-7C0D-2E40-AC0D-F677D2CB32AE}" type="presOf" srcId="{6ECAB874-4AEC-4976-BFEF-D2DDCFFB48DB}" destId="{A7EB5071-B632-476B-8029-40FE41DF5B7B}" srcOrd="1" destOrd="0" presId="urn:microsoft.com/office/officeart/2005/8/layout/pyramid1"/>
    <dgm:cxn modelId="{9F915A82-F9F7-984F-98F0-9C4850A549F6}" type="presOf" srcId="{F5CF22CA-AA05-417F-8D89-5DC209A171EB}" destId="{ECF623A0-DEA5-4327-AAA2-FE30DA796F53}" srcOrd="0" destOrd="0" presId="urn:microsoft.com/office/officeart/2005/8/layout/pyramid1"/>
    <dgm:cxn modelId="{CB4F2AAF-189D-4F68-AE26-45FA4483C9D3}" srcId="{9AB0AA77-1898-4FE9-8798-1C77B813386C}" destId="{D4A936FC-2570-496B-AA38-40C3605001CC}" srcOrd="3" destOrd="0" parTransId="{D6CA8AD3-0894-4415-8ED3-9D332A1C3D92}" sibTransId="{325EEFCF-A725-4020-88B3-C6B03DE1471B}"/>
    <dgm:cxn modelId="{FC7C47AF-98A7-3946-A893-5CD5A1700468}" type="presOf" srcId="{FE5AEA80-EEA4-425C-A2BF-C2EC3DE82944}" destId="{58F179C7-16A8-432B-BA8B-1B820D98D9A2}" srcOrd="0" destOrd="0" presId="urn:microsoft.com/office/officeart/2005/8/layout/pyramid1"/>
    <dgm:cxn modelId="{CDAF1BB5-5971-4149-9387-29FA98E64DF5}" srcId="{9AB0AA77-1898-4FE9-8798-1C77B813386C}" destId="{F5CF22CA-AA05-417F-8D89-5DC209A171EB}" srcOrd="0" destOrd="0" parTransId="{B24D76BC-091D-46E3-95A6-27CDFDB64474}" sibTransId="{B7816E19-641B-4521-9D4A-DD34E6715A9C}"/>
    <dgm:cxn modelId="{639B6DF5-420F-E34F-9020-FB7C5EC12E0D}" type="presOf" srcId="{D4A936FC-2570-496B-AA38-40C3605001CC}" destId="{4C93577F-86B3-4437-AC53-27DFCA2D946A}" srcOrd="0" destOrd="0" presId="urn:microsoft.com/office/officeart/2005/8/layout/pyramid1"/>
    <dgm:cxn modelId="{30624DFB-5691-4243-BD55-E76B5EFFF0F9}" srcId="{9AB0AA77-1898-4FE9-8798-1C77B813386C}" destId="{6ECAB874-4AEC-4976-BFEF-D2DDCFFB48DB}" srcOrd="1" destOrd="0" parTransId="{B1A72E13-34A4-4607-8D21-4B325897B9DC}" sibTransId="{F9439EDD-648E-484C-8334-B80F3B796436}"/>
    <dgm:cxn modelId="{3E39A5FB-621C-F748-85D4-EA149EA244FD}" type="presOf" srcId="{F5CF22CA-AA05-417F-8D89-5DC209A171EB}" destId="{05F7C707-B930-4D0F-AD40-422CC764CDB1}" srcOrd="1" destOrd="0" presId="urn:microsoft.com/office/officeart/2005/8/layout/pyramid1"/>
    <dgm:cxn modelId="{EB9C01A9-7DD9-0647-933B-8B1AA12A1D6E}" type="presParOf" srcId="{B17C045F-CEDC-45E8-AF47-23396402DAE4}" destId="{B0677A24-2EDC-436B-9948-D349CFF942E2}" srcOrd="0" destOrd="0" presId="urn:microsoft.com/office/officeart/2005/8/layout/pyramid1"/>
    <dgm:cxn modelId="{E773F45C-50EE-424D-BDBF-04199D739E30}" type="presParOf" srcId="{B0677A24-2EDC-436B-9948-D349CFF942E2}" destId="{ECF623A0-DEA5-4327-AAA2-FE30DA796F53}" srcOrd="0" destOrd="0" presId="urn:microsoft.com/office/officeart/2005/8/layout/pyramid1"/>
    <dgm:cxn modelId="{09CE5B2A-64D8-4D4C-ADBF-3AEE4E518B4E}" type="presParOf" srcId="{B0677A24-2EDC-436B-9948-D349CFF942E2}" destId="{05F7C707-B930-4D0F-AD40-422CC764CDB1}" srcOrd="1" destOrd="0" presId="urn:microsoft.com/office/officeart/2005/8/layout/pyramid1"/>
    <dgm:cxn modelId="{EFB4E183-EB8A-434A-9302-7EA1D633C368}" type="presParOf" srcId="{B17C045F-CEDC-45E8-AF47-23396402DAE4}" destId="{C4AC7E4F-46D4-4EF1-AFBB-CA8402D668D6}" srcOrd="1" destOrd="0" presId="urn:microsoft.com/office/officeart/2005/8/layout/pyramid1"/>
    <dgm:cxn modelId="{10898105-AF0C-3244-97AF-87FE49D8B9C7}" type="presParOf" srcId="{C4AC7E4F-46D4-4EF1-AFBB-CA8402D668D6}" destId="{3B4D60DC-3880-4788-95C0-C5331C7B8E49}" srcOrd="0" destOrd="0" presId="urn:microsoft.com/office/officeart/2005/8/layout/pyramid1"/>
    <dgm:cxn modelId="{728EE45E-8E20-2F42-A1E1-78BD57F871B1}" type="presParOf" srcId="{C4AC7E4F-46D4-4EF1-AFBB-CA8402D668D6}" destId="{A7EB5071-B632-476B-8029-40FE41DF5B7B}" srcOrd="1" destOrd="0" presId="urn:microsoft.com/office/officeart/2005/8/layout/pyramid1"/>
    <dgm:cxn modelId="{9FB5EFBC-3B25-5947-B958-333AD6428741}" type="presParOf" srcId="{B17C045F-CEDC-45E8-AF47-23396402DAE4}" destId="{9F6D63C1-9902-48DD-98BB-AC7100A56A48}" srcOrd="2" destOrd="0" presId="urn:microsoft.com/office/officeart/2005/8/layout/pyramid1"/>
    <dgm:cxn modelId="{4A837F5B-339F-B74B-8FAA-A0BD8A86F267}" type="presParOf" srcId="{9F6D63C1-9902-48DD-98BB-AC7100A56A48}" destId="{58F179C7-16A8-432B-BA8B-1B820D98D9A2}" srcOrd="0" destOrd="0" presId="urn:microsoft.com/office/officeart/2005/8/layout/pyramid1"/>
    <dgm:cxn modelId="{5EA34016-ABBB-5E45-990E-6FDD45451AEA}" type="presParOf" srcId="{9F6D63C1-9902-48DD-98BB-AC7100A56A48}" destId="{A71E63FD-05AD-4CE9-8DA0-97D40EB93279}" srcOrd="1" destOrd="0" presId="urn:microsoft.com/office/officeart/2005/8/layout/pyramid1"/>
    <dgm:cxn modelId="{46749309-CB7D-974A-8C25-4E2ECA56AC6D}" type="presParOf" srcId="{B17C045F-CEDC-45E8-AF47-23396402DAE4}" destId="{C8705749-BCA6-4C77-83F2-F7A74A93FFC6}" srcOrd="3" destOrd="0" presId="urn:microsoft.com/office/officeart/2005/8/layout/pyramid1"/>
    <dgm:cxn modelId="{306EB63C-43A0-6141-AAB0-C992225D29B2}" type="presParOf" srcId="{C8705749-BCA6-4C77-83F2-F7A74A93FFC6}" destId="{4C93577F-86B3-4437-AC53-27DFCA2D946A}" srcOrd="0" destOrd="0" presId="urn:microsoft.com/office/officeart/2005/8/layout/pyramid1"/>
    <dgm:cxn modelId="{87019A3E-538A-7D41-B9ED-6D98A559F622}" type="presParOf" srcId="{C8705749-BCA6-4C77-83F2-F7A74A93FFC6}" destId="{2BB7DDF4-8BB1-4DDF-90F3-9410843E50B9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623A0-DEA5-4327-AAA2-FE30DA796F53}">
      <dsp:nvSpPr>
        <dsp:cNvPr id="0" name=""/>
        <dsp:cNvSpPr/>
      </dsp:nvSpPr>
      <dsp:spPr>
        <a:xfrm>
          <a:off x="2264884" y="0"/>
          <a:ext cx="2385014" cy="1611885"/>
        </a:xfrm>
        <a:prstGeom prst="trapezoid">
          <a:avLst>
            <a:gd name="adj" fmla="val 73982"/>
          </a:avLst>
        </a:prstGeom>
        <a:solidFill>
          <a:srgbClr val="B4B4B4"/>
        </a:solidFill>
        <a:ln w="635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457200" rIns="15240" bIns="9144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solidFill>
              <a:srgbClr val="FFFFFF"/>
            </a:solidFill>
          </a:endParaRPr>
        </a:p>
      </dsp:txBody>
      <dsp:txXfrm>
        <a:off x="2264884" y="0"/>
        <a:ext cx="2385014" cy="1611885"/>
      </dsp:txXfrm>
    </dsp:sp>
    <dsp:sp modelId="{3B4D60DC-3880-4788-95C0-C5331C7B8E49}">
      <dsp:nvSpPr>
        <dsp:cNvPr id="0" name=""/>
        <dsp:cNvSpPr/>
      </dsp:nvSpPr>
      <dsp:spPr>
        <a:xfrm>
          <a:off x="1509923" y="1611885"/>
          <a:ext cx="3894937" cy="1020464"/>
        </a:xfrm>
        <a:prstGeom prst="trapezoid">
          <a:avLst>
            <a:gd name="adj" fmla="val 73982"/>
          </a:avLst>
        </a:prstGeom>
        <a:solidFill>
          <a:schemeClr val="accent1"/>
        </a:solidFill>
        <a:ln w="635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9144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solidFill>
              <a:srgbClr val="FFFFFF"/>
            </a:solidFill>
          </a:endParaRPr>
        </a:p>
      </dsp:txBody>
      <dsp:txXfrm>
        <a:off x="2191537" y="1611885"/>
        <a:ext cx="2531709" cy="1020464"/>
      </dsp:txXfrm>
    </dsp:sp>
    <dsp:sp modelId="{58F179C7-16A8-432B-BA8B-1B820D98D9A2}">
      <dsp:nvSpPr>
        <dsp:cNvPr id="0" name=""/>
        <dsp:cNvSpPr/>
      </dsp:nvSpPr>
      <dsp:spPr>
        <a:xfrm>
          <a:off x="754961" y="2632349"/>
          <a:ext cx="5404860" cy="1020464"/>
        </a:xfrm>
        <a:prstGeom prst="trapezoid">
          <a:avLst>
            <a:gd name="adj" fmla="val 73982"/>
          </a:avLst>
        </a:prstGeom>
        <a:solidFill>
          <a:schemeClr val="accent3"/>
        </a:solidFill>
        <a:ln w="635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9144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solidFill>
              <a:srgbClr val="FFFFFF"/>
            </a:solidFill>
          </a:endParaRPr>
        </a:p>
      </dsp:txBody>
      <dsp:txXfrm>
        <a:off x="1700812" y="2632349"/>
        <a:ext cx="3513159" cy="1020464"/>
      </dsp:txXfrm>
    </dsp:sp>
    <dsp:sp modelId="{4C93577F-86B3-4437-AC53-27DFCA2D946A}">
      <dsp:nvSpPr>
        <dsp:cNvPr id="0" name=""/>
        <dsp:cNvSpPr/>
      </dsp:nvSpPr>
      <dsp:spPr>
        <a:xfrm>
          <a:off x="0" y="3652814"/>
          <a:ext cx="6914784" cy="1020464"/>
        </a:xfrm>
        <a:prstGeom prst="trapezoid">
          <a:avLst>
            <a:gd name="adj" fmla="val 73982"/>
          </a:avLst>
        </a:prstGeom>
        <a:solidFill>
          <a:schemeClr val="accent2"/>
        </a:solidFill>
        <a:ln w="635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9144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solidFill>
              <a:srgbClr val="FFFFFF"/>
            </a:solidFill>
          </a:endParaRPr>
        </a:p>
      </dsp:txBody>
      <dsp:txXfrm>
        <a:off x="1210087" y="3652814"/>
        <a:ext cx="4494609" cy="10204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BF5D3-35CD-FD4D-B712-69CEEBD0C818}" type="datetimeFigureOut">
              <a:rPr lang="es-ES_tradnl" smtClean="0"/>
              <a:t>12/06/2024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73D1E-EDC1-6342-886A-9303C9D2EBDA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43577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Explicar cómo evaluamos.</a:t>
            </a:r>
          </a:p>
          <a:p>
            <a:r>
              <a:rPr lang="es-ES" dirty="0"/>
              <a:t>R </a:t>
            </a:r>
            <a:r>
              <a:rPr lang="es-ES" dirty="0" err="1"/>
              <a:t>Markdown</a:t>
            </a:r>
            <a:r>
              <a:rPr lang="es-ES" dirty="0"/>
              <a:t>. Individual pero no me importa, es más, me gustaría que os </a:t>
            </a:r>
            <a:r>
              <a:rPr lang="es-ES" dirty="0" err="1"/>
              <a:t>ayudárais</a:t>
            </a:r>
            <a:r>
              <a:rPr lang="es-ES" dirty="0"/>
              <a:t> entre vosotros.</a:t>
            </a:r>
          </a:p>
          <a:p>
            <a:r>
              <a:rPr lang="es-ES" dirty="0"/>
              <a:t>Fecha de entrega.</a:t>
            </a:r>
          </a:p>
          <a:p>
            <a:r>
              <a:rPr lang="es-ES" dirty="0"/>
              <a:t>Introducción a R. Pasar algún link para los que no sepan.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73D1E-EDC1-6342-886A-9303C9D2EBDA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96162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muchos casos para seleccionar las variables, haremos primero un barrido, para hacer el pajar más pequeño aún a costa de perder alguna aguja.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73D1E-EDC1-6342-886A-9303C9D2EBDA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64200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muchos casos para seleccionar las variables, haremos primero un barrido, para hacer el pajar más pequeño aún a costa de perder alguna aguja.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73D1E-EDC1-6342-886A-9303C9D2EBDA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00371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muchos casos para seleccionar las variables, haremos primero un barrido, para hacer el pajar más pequeño aún a costa de perder alguna aguja.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73D1E-EDC1-6342-886A-9303C9D2EBDA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33366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muchos casos para seleccionar las variables, haremos primero un barrido, para hacer el pajar más pequeño aún a costa de perder alguna aguja.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73D1E-EDC1-6342-886A-9303C9D2EBDA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73013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muchos casos para seleccionar las variables, haremos primero un barrido, para hacer el pajar más pequeño aún a costa de perder alguna aguja.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73D1E-EDC1-6342-886A-9303C9D2EBDA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15807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muchos casos para seleccionar las variables, haremos primero un barrido, para hacer el pajar más pequeño aún a costa de perder alguna aguja.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73D1E-EDC1-6342-886A-9303C9D2EBDA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09684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muchos casos para seleccionar las variables, haremos primero un barrido, para hacer el pajar más pequeño aún a costa de perder alguna aguja.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73D1E-EDC1-6342-886A-9303C9D2EBDA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67315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muchos casos para seleccionar las variables, haremos primero un barrido, para hacer el pajar más pequeño aún a costa de perder alguna aguja.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73D1E-EDC1-6342-886A-9303C9D2EBDA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71747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Mtcars</a:t>
            </a:r>
            <a:r>
              <a:rPr lang="es-ES" dirty="0"/>
              <a:t>: </a:t>
            </a:r>
            <a:r>
              <a:rPr lang="es-ES" dirty="0" err="1"/>
              <a:t>distnaci</a:t>
            </a:r>
            <a:r>
              <a:rPr lang="es-ES" dirty="0"/>
              <a:t> de </a:t>
            </a:r>
            <a:r>
              <a:rPr lang="es-ES" dirty="0" err="1"/>
              <a:t>frenadoi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73D1E-EDC1-6342-886A-9303C9D2EBDA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24475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6CB5-A619-7447-93D2-A032D50A1A9E}" type="datetime1">
              <a:rPr lang="es-ES_tradnl" smtClean="0"/>
              <a:t>12/06/2024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CF4C-6F7C-D946-92EE-D3A9A2B99D28}" type="datetime1">
              <a:rPr lang="es-ES_tradnl" smtClean="0"/>
              <a:t>12/06/2024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A47A4-0C91-B84F-A60F-D4E4FDBF980A}" type="datetime1">
              <a:rPr lang="es-ES_tradnl" smtClean="0"/>
              <a:t>12/06/2024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79FE-858E-6D47-99BF-7F8515F41A66}" type="datetime1">
              <a:rPr lang="es-ES_tradnl" smtClean="0"/>
              <a:t>12/06/2024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69E1-FDB6-3146-843E-54D287574D45}" type="datetime1">
              <a:rPr lang="es-ES_tradnl" smtClean="0"/>
              <a:t>12/06/2024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8205-F300-3946-88CA-67EEB1F6C5B8}" type="datetime1">
              <a:rPr lang="es-ES_tradnl" smtClean="0"/>
              <a:t>12/06/2024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D192-D4AC-0141-BC02-C760F9C30ABB}" type="datetime1">
              <a:rPr lang="es-ES_tradnl" smtClean="0"/>
              <a:t>12/06/2024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E8113-9434-3E46-81C0-2A46ED521D5B}" type="datetime1">
              <a:rPr lang="es-ES_tradnl" smtClean="0"/>
              <a:t>12/06/2024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2E22-1851-8446-BA4B-30E8CB688D79}" type="datetime1">
              <a:rPr lang="es-ES_tradnl" smtClean="0"/>
              <a:t>12/06/2024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DFF2-CE61-7640-B509-F33CE5507D3C}" type="datetime1">
              <a:rPr lang="es-ES_tradnl" smtClean="0"/>
              <a:t>12/06/2024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F1D8-AD48-054D-9CF2-75CB09B19141}" type="datetime1">
              <a:rPr lang="es-ES_tradnl" smtClean="0"/>
              <a:t>12/06/2024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24" name="Marcador de posición de imagen 13"/>
          <p:cNvSpPr>
            <a:spLocks noGrp="1"/>
          </p:cNvSpPr>
          <p:nvPr>
            <p:ph type="pic" sz="quarter" idx="12" hasCustomPrompt="1"/>
          </p:nvPr>
        </p:nvSpPr>
        <p:spPr>
          <a:xfrm>
            <a:off x="-2" y="0"/>
            <a:ext cx="14687550" cy="102870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4680"/>
            </a:lvl1pPr>
          </a:lstStyle>
          <a:p>
            <a:r>
              <a:rPr lang="en-GB" noProof="1"/>
              <a:t>Image</a:t>
            </a:r>
          </a:p>
        </p:txBody>
      </p:sp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3ADF618A-7359-0144-A5C2-451318B1F3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96444" y="662865"/>
            <a:ext cx="2286888" cy="92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61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24" name="Marcador de posición de imagen 13"/>
          <p:cNvSpPr>
            <a:spLocks noGrp="1"/>
          </p:cNvSpPr>
          <p:nvPr>
            <p:ph type="pic" sz="quarter" idx="12" hasCustomPrompt="1"/>
          </p:nvPr>
        </p:nvSpPr>
        <p:spPr>
          <a:xfrm>
            <a:off x="-2" y="0"/>
            <a:ext cx="14687550" cy="102870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4680"/>
            </a:lvl1pPr>
          </a:lstStyle>
          <a:p>
            <a:r>
              <a:rPr lang="en-GB" noProof="1"/>
              <a:t>Image</a:t>
            </a:r>
          </a:p>
        </p:txBody>
      </p:sp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3ADF618A-7359-0144-A5C2-451318B1F3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96444" y="662865"/>
            <a:ext cx="2286888" cy="92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25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8" name="Marcador de posición de imagen 1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957389"/>
            <a:ext cx="18288000" cy="8329614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4680"/>
            </a:lvl1pPr>
          </a:lstStyle>
          <a:p>
            <a:r>
              <a:rPr lang="en-GB" noProof="1"/>
              <a:t>Image</a:t>
            </a:r>
          </a:p>
        </p:txBody>
      </p:sp>
      <p:pic>
        <p:nvPicPr>
          <p:cNvPr id="9" name="Imagen 8" descr="Forma&#10;&#10;Descripción generada automáticamente">
            <a:extLst>
              <a:ext uri="{FF2B5EF4-FFF2-40B4-BE49-F238E27FC236}">
                <a16:creationId xmlns:a16="http://schemas.microsoft.com/office/drawing/2014/main" id="{6CCD015B-01FA-5F45-BF9B-A92E6A072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96444" y="662865"/>
            <a:ext cx="2286888" cy="92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628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6" name="Marcador de posición de imagen 1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8288002" cy="102870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4680"/>
            </a:lvl1pPr>
          </a:lstStyle>
          <a:p>
            <a:r>
              <a:rPr lang="en-GB" noProof="1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836683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4" name="Marcador de medios 3"/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8288000" cy="10297674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4680"/>
            </a:lvl1pPr>
          </a:lstStyle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br>
              <a:rPr lang="es-ES" dirty="0"/>
            </a:br>
            <a:r>
              <a:rPr lang="es-E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2058269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 userDrawn="1"/>
        </p:nvSpPr>
        <p:spPr>
          <a:xfrm>
            <a:off x="-30239" y="4888538"/>
            <a:ext cx="18412362" cy="590931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4" name="Marcador de medios 3"/>
          <p:cNvSpPr>
            <a:spLocks noGrp="1"/>
          </p:cNvSpPr>
          <p:nvPr>
            <p:ph type="media" sz="quarter" idx="13"/>
          </p:nvPr>
        </p:nvSpPr>
        <p:spPr>
          <a:xfrm>
            <a:off x="1404961" y="781289"/>
            <a:ext cx="15541967" cy="8751428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</a:lstStyle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4241666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Red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7" name="Marcador de posición de imagen 13"/>
          <p:cNvSpPr>
            <a:spLocks noGrp="1"/>
          </p:cNvSpPr>
          <p:nvPr>
            <p:ph type="pic" sz="quarter" idx="13" hasCustomPrompt="1"/>
          </p:nvPr>
        </p:nvSpPr>
        <p:spPr>
          <a:xfrm>
            <a:off x="-30245" y="4"/>
            <a:ext cx="9144000" cy="10313999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8" name="Rectángulo 7"/>
          <p:cNvSpPr/>
          <p:nvPr userDrawn="1"/>
        </p:nvSpPr>
        <p:spPr>
          <a:xfrm>
            <a:off x="9124362" y="4888539"/>
            <a:ext cx="9288000" cy="590931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11" name="Marcador de texto 28"/>
          <p:cNvSpPr>
            <a:spLocks noGrp="1"/>
          </p:cNvSpPr>
          <p:nvPr>
            <p:ph type="body" sz="quarter" idx="16" hasCustomPrompt="1"/>
          </p:nvPr>
        </p:nvSpPr>
        <p:spPr>
          <a:xfrm>
            <a:off x="10188361" y="3603096"/>
            <a:ext cx="7055276" cy="2821107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l">
              <a:lnSpc>
                <a:spcPts val="8280"/>
              </a:lnSpc>
              <a:spcBef>
                <a:spcPts val="0"/>
              </a:spcBef>
              <a:buNone/>
              <a:defRPr sz="7560" b="0" i="0" baseline="0">
                <a:solidFill>
                  <a:schemeClr val="bg1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GB" noProof="1"/>
              <a:t>Title</a:t>
            </a:r>
            <a:br>
              <a:rPr lang="en-GB" noProof="1"/>
            </a:br>
            <a:r>
              <a:rPr lang="en-GB" noProof="1"/>
              <a:t>Roboto 42pt </a:t>
            </a:r>
            <a:br>
              <a:rPr lang="en-GB" noProof="1"/>
            </a:br>
            <a:r>
              <a:rPr lang="en-GB" noProof="1"/>
              <a:t>(1 or 2 lines)</a:t>
            </a:r>
          </a:p>
        </p:txBody>
      </p:sp>
    </p:spTree>
    <p:extLst>
      <p:ext uri="{BB962C8B-B14F-4D97-AF65-F5344CB8AC3E}">
        <p14:creationId xmlns:p14="http://schemas.microsoft.com/office/powerpoint/2010/main" val="3531521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Oran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13" name="Marcador de posición de imagen 13"/>
          <p:cNvSpPr>
            <a:spLocks noGrp="1"/>
          </p:cNvSpPr>
          <p:nvPr>
            <p:ph type="pic" sz="quarter" idx="13" hasCustomPrompt="1"/>
          </p:nvPr>
        </p:nvSpPr>
        <p:spPr>
          <a:xfrm>
            <a:off x="-30245" y="4"/>
            <a:ext cx="9144000" cy="10313999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7" name="Rectángulo 6"/>
          <p:cNvSpPr/>
          <p:nvPr userDrawn="1"/>
        </p:nvSpPr>
        <p:spPr>
          <a:xfrm>
            <a:off x="9124362" y="4888539"/>
            <a:ext cx="9288000" cy="590931"/>
          </a:xfrm>
          <a:prstGeom prst="rect">
            <a:avLst/>
          </a:prstGeom>
          <a:solidFill>
            <a:schemeClr val="accent3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8" name="Marcador de texto 28"/>
          <p:cNvSpPr>
            <a:spLocks noGrp="1"/>
          </p:cNvSpPr>
          <p:nvPr>
            <p:ph type="body" sz="quarter" idx="16" hasCustomPrompt="1"/>
          </p:nvPr>
        </p:nvSpPr>
        <p:spPr>
          <a:xfrm>
            <a:off x="10188361" y="3603096"/>
            <a:ext cx="7055276" cy="2821107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l">
              <a:lnSpc>
                <a:spcPts val="8280"/>
              </a:lnSpc>
              <a:spcBef>
                <a:spcPts val="0"/>
              </a:spcBef>
              <a:buNone/>
              <a:defRPr sz="7560" b="0" i="0" baseline="0">
                <a:solidFill>
                  <a:schemeClr val="bg1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GB" noProof="1"/>
              <a:t>Title</a:t>
            </a:r>
            <a:br>
              <a:rPr lang="en-GB" noProof="1"/>
            </a:br>
            <a:r>
              <a:rPr lang="en-GB" noProof="1"/>
              <a:t>Roboto 42pt </a:t>
            </a:r>
            <a:br>
              <a:rPr lang="en-GB" noProof="1"/>
            </a:br>
            <a:r>
              <a:rPr lang="en-GB" noProof="1"/>
              <a:t>(1 or 2 lines)</a:t>
            </a:r>
          </a:p>
        </p:txBody>
      </p:sp>
    </p:spTree>
    <p:extLst>
      <p:ext uri="{BB962C8B-B14F-4D97-AF65-F5344CB8AC3E}">
        <p14:creationId xmlns:p14="http://schemas.microsoft.com/office/powerpoint/2010/main" val="879768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Gree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7" name="Marcador de posición de imagen 13"/>
          <p:cNvSpPr>
            <a:spLocks noGrp="1"/>
          </p:cNvSpPr>
          <p:nvPr>
            <p:ph type="pic" sz="quarter" idx="13" hasCustomPrompt="1"/>
          </p:nvPr>
        </p:nvSpPr>
        <p:spPr>
          <a:xfrm>
            <a:off x="-30245" y="4"/>
            <a:ext cx="9144000" cy="10313999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8" name="Rectángulo 7"/>
          <p:cNvSpPr/>
          <p:nvPr userDrawn="1"/>
        </p:nvSpPr>
        <p:spPr>
          <a:xfrm>
            <a:off x="9124362" y="4888539"/>
            <a:ext cx="9288000" cy="590931"/>
          </a:xfrm>
          <a:prstGeom prst="rect">
            <a:avLst/>
          </a:prstGeom>
          <a:solidFill>
            <a:schemeClr val="accent1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11" name="Marcador de texto 28"/>
          <p:cNvSpPr>
            <a:spLocks noGrp="1"/>
          </p:cNvSpPr>
          <p:nvPr>
            <p:ph type="body" sz="quarter" idx="16" hasCustomPrompt="1"/>
          </p:nvPr>
        </p:nvSpPr>
        <p:spPr>
          <a:xfrm>
            <a:off x="10188361" y="3603096"/>
            <a:ext cx="7055276" cy="2821107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l">
              <a:lnSpc>
                <a:spcPts val="8280"/>
              </a:lnSpc>
              <a:spcBef>
                <a:spcPts val="0"/>
              </a:spcBef>
              <a:buNone/>
              <a:defRPr sz="7560" b="0" i="0" baseline="0">
                <a:solidFill>
                  <a:schemeClr val="bg1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GB" noProof="1"/>
              <a:t>Title</a:t>
            </a:r>
            <a:br>
              <a:rPr lang="en-GB" noProof="1"/>
            </a:br>
            <a:r>
              <a:rPr lang="en-GB" noProof="1"/>
              <a:t>Roboto 42pt </a:t>
            </a:r>
            <a:br>
              <a:rPr lang="en-GB" noProof="1"/>
            </a:br>
            <a:r>
              <a:rPr lang="en-GB" noProof="1"/>
              <a:t>(1 or 2 lines)</a:t>
            </a:r>
          </a:p>
        </p:txBody>
      </p:sp>
    </p:spTree>
    <p:extLst>
      <p:ext uri="{BB962C8B-B14F-4D97-AF65-F5344CB8AC3E}">
        <p14:creationId xmlns:p14="http://schemas.microsoft.com/office/powerpoint/2010/main" val="962063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p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/>
          <p:cNvSpPr/>
          <p:nvPr userDrawn="1"/>
        </p:nvSpPr>
        <p:spPr>
          <a:xfrm>
            <a:off x="-30239" y="4564538"/>
            <a:ext cx="18412362" cy="590931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8" name="Marcador de texto 28"/>
          <p:cNvSpPr>
            <a:spLocks noGrp="1"/>
          </p:cNvSpPr>
          <p:nvPr>
            <p:ph type="body" sz="quarter" idx="16" hasCustomPrompt="1"/>
          </p:nvPr>
        </p:nvSpPr>
        <p:spPr>
          <a:xfrm>
            <a:off x="4827128" y="3783332"/>
            <a:ext cx="8633754" cy="2350923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ts val="8280"/>
              </a:lnSpc>
              <a:spcBef>
                <a:spcPts val="0"/>
              </a:spcBef>
              <a:buNone/>
              <a:defRPr sz="7560" b="0" i="0" baseline="0">
                <a:solidFill>
                  <a:schemeClr val="bg1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GB" noProof="1"/>
              <a:t>Title Roboto 42pt </a:t>
            </a:r>
            <a:br>
              <a:rPr lang="en-GB" noProof="1"/>
            </a:br>
            <a:r>
              <a:rPr lang="en-GB" noProof="1"/>
              <a:t>(1 or 2 lines)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5F673BB-40B0-2446-95B0-0DF97EF1A94B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EB21AC02-06A1-C646-9A2E-56FB5A190DC3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4B2CF88B-72CB-DD46-8885-04E31E9A7954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3821875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p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15" name="CuadroTexto 14"/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1" name="Título 1"/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2" name="Título 1"/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3" name="Rectángulo 12"/>
          <p:cNvSpPr/>
          <p:nvPr userDrawn="1"/>
        </p:nvSpPr>
        <p:spPr>
          <a:xfrm>
            <a:off x="-30239" y="4564538"/>
            <a:ext cx="18412362" cy="590931"/>
          </a:xfrm>
          <a:prstGeom prst="rect">
            <a:avLst/>
          </a:prstGeom>
          <a:solidFill>
            <a:schemeClr val="accent3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14" name="Marcador de texto 28"/>
          <p:cNvSpPr>
            <a:spLocks noGrp="1"/>
          </p:cNvSpPr>
          <p:nvPr>
            <p:ph type="body" sz="quarter" idx="16" hasCustomPrompt="1"/>
          </p:nvPr>
        </p:nvSpPr>
        <p:spPr>
          <a:xfrm>
            <a:off x="4827128" y="3783332"/>
            <a:ext cx="8633754" cy="2350923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ts val="8280"/>
              </a:lnSpc>
              <a:spcBef>
                <a:spcPts val="0"/>
              </a:spcBef>
              <a:buNone/>
              <a:defRPr sz="7560" b="0" i="0" baseline="0">
                <a:solidFill>
                  <a:schemeClr val="bg1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GB" noProof="1"/>
              <a:t>Title Roboto 42pt </a:t>
            </a:r>
            <a:br>
              <a:rPr lang="en-GB" noProof="1"/>
            </a:br>
            <a:r>
              <a:rPr lang="en-GB" noProof="1"/>
              <a:t>(1 or 2 lines)</a:t>
            </a:r>
          </a:p>
        </p:txBody>
      </p:sp>
    </p:spTree>
    <p:extLst>
      <p:ext uri="{BB962C8B-B14F-4D97-AF65-F5344CB8AC3E}">
        <p14:creationId xmlns:p14="http://schemas.microsoft.com/office/powerpoint/2010/main" val="659041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p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13" name="Rectángulo 12"/>
          <p:cNvSpPr/>
          <p:nvPr userDrawn="1"/>
        </p:nvSpPr>
        <p:spPr>
          <a:xfrm>
            <a:off x="-30239" y="4564538"/>
            <a:ext cx="18412362" cy="590931"/>
          </a:xfrm>
          <a:prstGeom prst="rect">
            <a:avLst/>
          </a:prstGeom>
          <a:solidFill>
            <a:schemeClr val="accent1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14" name="Marcador de texto 28"/>
          <p:cNvSpPr>
            <a:spLocks noGrp="1"/>
          </p:cNvSpPr>
          <p:nvPr>
            <p:ph type="body" sz="quarter" idx="16" hasCustomPrompt="1"/>
          </p:nvPr>
        </p:nvSpPr>
        <p:spPr>
          <a:xfrm>
            <a:off x="4827128" y="3783332"/>
            <a:ext cx="8633754" cy="2350923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 algn="ctr">
              <a:lnSpc>
                <a:spcPts val="8280"/>
              </a:lnSpc>
              <a:spcBef>
                <a:spcPts val="0"/>
              </a:spcBef>
              <a:buNone/>
              <a:defRPr sz="7560" b="0" i="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GB" noProof="1"/>
              <a:t>Title Roboto 42pt </a:t>
            </a:r>
            <a:br>
              <a:rPr lang="en-GB" noProof="1"/>
            </a:br>
            <a:r>
              <a:rPr lang="en-GB" noProof="1"/>
              <a:t>(1 or 2 lines)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BA9554B-E3F9-F847-9AE0-7FE6C9F9C850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81956683-96AE-1745-9FB7-2224E9A868DA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64AB4C51-9A80-BF4B-B577-F9A83A937D02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3865616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5" name="Rectángulo 4"/>
          <p:cNvSpPr/>
          <p:nvPr userDrawn="1"/>
        </p:nvSpPr>
        <p:spPr>
          <a:xfrm>
            <a:off x="-30239" y="4888538"/>
            <a:ext cx="18412362" cy="590931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510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5" name="Rectángulo 4"/>
          <p:cNvSpPr/>
          <p:nvPr userDrawn="1"/>
        </p:nvSpPr>
        <p:spPr>
          <a:xfrm>
            <a:off x="-30239" y="4888538"/>
            <a:ext cx="18412362" cy="590931"/>
          </a:xfrm>
          <a:prstGeom prst="rect">
            <a:avLst/>
          </a:prstGeom>
          <a:solidFill>
            <a:schemeClr val="accent3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519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5" name="Rectángulo 4"/>
          <p:cNvSpPr/>
          <p:nvPr userDrawn="1"/>
        </p:nvSpPr>
        <p:spPr>
          <a:xfrm>
            <a:off x="-30239" y="4888538"/>
            <a:ext cx="18412362" cy="590931"/>
          </a:xfrm>
          <a:prstGeom prst="rect">
            <a:avLst/>
          </a:prstGeom>
          <a:solidFill>
            <a:schemeClr val="accent1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358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e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-30239" y="4888538"/>
            <a:ext cx="18412362" cy="590931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6" name="Marcador de texto 1"/>
          <p:cNvSpPr>
            <a:spLocks noGrp="1"/>
          </p:cNvSpPr>
          <p:nvPr>
            <p:ph type="body" sz="quarter" idx="12" hasCustomPrompt="1"/>
          </p:nvPr>
        </p:nvSpPr>
        <p:spPr>
          <a:xfrm>
            <a:off x="717553" y="559596"/>
            <a:ext cx="16880402" cy="9009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680" baseline="0">
                <a:solidFill>
                  <a:schemeClr val="bg1"/>
                </a:solidFill>
                <a:latin typeface="Roboto" pitchFamily="2" charset="0"/>
              </a:defRPr>
            </a:lvl1pPr>
          </a:lstStyle>
          <a:p>
            <a:r>
              <a:rPr lang="en-GB" noProof="1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774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page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/>
          <p:cNvSpPr/>
          <p:nvPr userDrawn="1"/>
        </p:nvSpPr>
        <p:spPr>
          <a:xfrm>
            <a:off x="-30239" y="4564538"/>
            <a:ext cx="18412362" cy="590931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11" name="Marcador de texto 11"/>
          <p:cNvSpPr>
            <a:spLocks noGrp="1"/>
          </p:cNvSpPr>
          <p:nvPr>
            <p:ph type="body" sz="quarter" idx="16" hasCustomPrompt="1"/>
          </p:nvPr>
        </p:nvSpPr>
        <p:spPr>
          <a:xfrm>
            <a:off x="717553" y="3631407"/>
            <a:ext cx="4114796" cy="4286088"/>
          </a:xfrm>
          <a:prstGeom prst="rect">
            <a:avLst/>
          </a:prstGeom>
        </p:spPr>
        <p:txBody>
          <a:bodyPr vert="horz" lIns="0" tIns="0" rIns="0" bIns="0" anchor="t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1" u="none" kern="1200" baseline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bold italic</a:t>
            </a:r>
          </a:p>
        </p:txBody>
      </p:sp>
      <p:sp>
        <p:nvSpPr>
          <p:cNvPr id="16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8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rgbClr val="FFFFFF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9260BCF-0BF6-8848-9ED2-34D148DD7DFB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E4F278EA-9C55-054B-85ED-A02F32A7CC40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448F4520-8542-0548-8F47-8938F93FEABE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1039970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page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/>
          <p:cNvSpPr/>
          <p:nvPr userDrawn="1"/>
        </p:nvSpPr>
        <p:spPr>
          <a:xfrm>
            <a:off x="-30239" y="4564538"/>
            <a:ext cx="18412362" cy="590931"/>
          </a:xfrm>
          <a:prstGeom prst="rect">
            <a:avLst/>
          </a:prstGeom>
          <a:solidFill>
            <a:schemeClr val="accent3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baseline="0" dirty="0">
              <a:solidFill>
                <a:schemeClr val="tx2"/>
              </a:solidFill>
              <a:latin typeface="Roboto" pitchFamily="2" charset="0"/>
            </a:endParaRPr>
          </a:p>
        </p:txBody>
      </p:sp>
      <p:sp>
        <p:nvSpPr>
          <p:cNvPr id="11" name="Marcador de texto 11"/>
          <p:cNvSpPr>
            <a:spLocks noGrp="1"/>
          </p:cNvSpPr>
          <p:nvPr>
            <p:ph type="body" sz="quarter" idx="16" hasCustomPrompt="1"/>
          </p:nvPr>
        </p:nvSpPr>
        <p:spPr>
          <a:xfrm>
            <a:off x="717553" y="3631407"/>
            <a:ext cx="4114796" cy="4286088"/>
          </a:xfrm>
          <a:prstGeom prst="rect">
            <a:avLst/>
          </a:prstGeom>
        </p:spPr>
        <p:txBody>
          <a:bodyPr vert="horz" lIns="0" tIns="0" rIns="0" bIns="0" anchor="t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1" u="none" kern="1200" baseline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bold italic</a:t>
            </a:r>
          </a:p>
        </p:txBody>
      </p:sp>
      <p:sp>
        <p:nvSpPr>
          <p:cNvPr id="17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8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rgbClr val="FFFFFF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C920DB0-7135-824F-8D09-BC864C95FBBA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09EAEFA6-2F68-6945-871B-FF0913F234CE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81B7D311-1A18-5646-8F67-03A826DD2527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1856471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page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/>
          <p:cNvSpPr/>
          <p:nvPr userDrawn="1"/>
        </p:nvSpPr>
        <p:spPr>
          <a:xfrm>
            <a:off x="-30239" y="4564538"/>
            <a:ext cx="18412362" cy="590931"/>
          </a:xfrm>
          <a:prstGeom prst="rect">
            <a:avLst/>
          </a:prstGeom>
          <a:solidFill>
            <a:schemeClr val="accent1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baseline="0" dirty="0">
              <a:solidFill>
                <a:schemeClr val="tx2"/>
              </a:solidFill>
              <a:latin typeface="Roboto" pitchFamily="2" charset="0"/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11" name="Marcador de texto 11"/>
          <p:cNvSpPr>
            <a:spLocks noGrp="1"/>
          </p:cNvSpPr>
          <p:nvPr>
            <p:ph type="body" sz="quarter" idx="16" hasCustomPrompt="1"/>
          </p:nvPr>
        </p:nvSpPr>
        <p:spPr>
          <a:xfrm>
            <a:off x="717553" y="3631407"/>
            <a:ext cx="4114796" cy="4286088"/>
          </a:xfrm>
          <a:prstGeom prst="rect">
            <a:avLst/>
          </a:prstGeom>
        </p:spPr>
        <p:txBody>
          <a:bodyPr vert="horz" lIns="0" tIns="0" rIns="0" bIns="0" anchor="t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1" u="none" kern="1200" baseline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Roboto16pt bold italic</a:t>
            </a:r>
          </a:p>
        </p:txBody>
      </p:sp>
      <p:sp>
        <p:nvSpPr>
          <p:cNvPr id="17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8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rgbClr val="FFFFFF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50060D4-0AE6-934F-BD01-47A8413187DC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A7DADD98-FAC0-6F48-A5D7-035DB5AB6C2E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6A8C7D3D-E7D0-164F-9CB7-E19F48F0E403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644173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2924816"/>
            <a:ext cx="73152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324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350057" y="5180840"/>
            <a:ext cx="17640000" cy="5909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11" name="Marcador de posición de imagen 13"/>
          <p:cNvSpPr>
            <a:spLocks noGrp="1"/>
          </p:cNvSpPr>
          <p:nvPr>
            <p:ph type="pic" sz="quarter" idx="13" hasCustomPrompt="1"/>
          </p:nvPr>
        </p:nvSpPr>
        <p:spPr>
          <a:xfrm>
            <a:off x="-1" y="4"/>
            <a:ext cx="9094127" cy="10313999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1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2542780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F8EE45E-F171-9A4E-8320-1FC2EB4F9334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AFE33A1-9769-F244-A76E-71EAFF1C84AB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B7588827-151F-F14E-801D-7C1388449254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337874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 + subtitle (only for anne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11"/>
          <p:cNvSpPr>
            <a:spLocks noGrp="1"/>
          </p:cNvSpPr>
          <p:nvPr>
            <p:ph type="body" sz="quarter" idx="12" hasCustomPrompt="1"/>
          </p:nvPr>
        </p:nvSpPr>
        <p:spPr>
          <a:xfrm>
            <a:off x="717553" y="623096"/>
            <a:ext cx="16880402" cy="555029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04853"/>
            <a:ext cx="8665097" cy="376238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D3C32C5-F867-3D42-904E-76602BEF11D7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DCB49B78-FD64-E642-A720-8D32685AD2CF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C23E6D0E-C1BC-704E-92D1-569F692F7B78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2022398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page - 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 userDrawn="1"/>
        </p:nvSpPr>
        <p:spPr>
          <a:xfrm>
            <a:off x="-30239" y="4888538"/>
            <a:ext cx="18412362" cy="590931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10" name="Marcador de texto 11"/>
          <p:cNvSpPr>
            <a:spLocks noGrp="1"/>
          </p:cNvSpPr>
          <p:nvPr>
            <p:ph type="body" sz="quarter" idx="12" hasCustomPrompt="1"/>
          </p:nvPr>
        </p:nvSpPr>
        <p:spPr>
          <a:xfrm>
            <a:off x="717554" y="559597"/>
            <a:ext cx="16852902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1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309602"/>
            <a:ext cx="16852901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EC26C28-C7B5-AC4D-96F3-59B9196BCB73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solidFill>
                  <a:schemeClr val="bg1"/>
                </a:solidFill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solidFill>
                <a:schemeClr val="bg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EB21109B-33EF-4948-B3A9-A17B3D47D497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bg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5B073809-E4EA-D047-8511-4856CF98C792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2069640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entral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11"/>
          <p:cNvSpPr>
            <a:spLocks noGrp="1"/>
          </p:cNvSpPr>
          <p:nvPr>
            <p:ph type="body" sz="quarter" idx="16" hasCustomPrompt="1"/>
          </p:nvPr>
        </p:nvSpPr>
        <p:spPr>
          <a:xfrm>
            <a:off x="4875334" y="2605832"/>
            <a:ext cx="8616458" cy="114796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1" u="none" kern="1200" baseline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bold italic – Centered</a:t>
            </a:r>
          </a:p>
        </p:txBody>
      </p:sp>
      <p:cxnSp>
        <p:nvCxnSpPr>
          <p:cNvPr id="9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8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60C7533-6FA7-074A-A6F2-4D3DDE9C05F9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BD5D946-F258-054C-B159-A7E2B59F53B6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1A4C402-066F-5243-B7F0-999F1760D7F6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2514667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ral graph +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/>
          <p:nvPr userDrawn="1"/>
        </p:nvSpPr>
        <p:spPr>
          <a:xfrm>
            <a:off x="-12700" y="8239631"/>
            <a:ext cx="18300701" cy="590931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14" name="Marcador de texto 11"/>
          <p:cNvSpPr>
            <a:spLocks noGrp="1"/>
          </p:cNvSpPr>
          <p:nvPr>
            <p:ph type="body" sz="quarter" idx="17" hasCustomPrompt="1"/>
          </p:nvPr>
        </p:nvSpPr>
        <p:spPr>
          <a:xfrm>
            <a:off x="3095627" y="8296166"/>
            <a:ext cx="12096749" cy="1020662"/>
          </a:xfrm>
          <a:prstGeom prst="rect">
            <a:avLst/>
          </a:prstGeom>
        </p:spPr>
        <p:txBody>
          <a:bodyPr vert="horz" lIns="0" tIns="0" rIns="0" bIns="0" anchor="t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0" i="0" u="none" kern="1200" baseline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white– centered</a:t>
            </a:r>
          </a:p>
        </p:txBody>
      </p:sp>
      <p:sp>
        <p:nvSpPr>
          <p:cNvPr id="15" name="Marcador de texto 11"/>
          <p:cNvSpPr>
            <a:spLocks noGrp="1"/>
          </p:cNvSpPr>
          <p:nvPr>
            <p:ph type="body" sz="quarter" idx="16" hasCustomPrompt="1"/>
          </p:nvPr>
        </p:nvSpPr>
        <p:spPr>
          <a:xfrm>
            <a:off x="4875334" y="2605832"/>
            <a:ext cx="8616458" cy="1147967"/>
          </a:xfrm>
          <a:prstGeom prst="rect">
            <a:avLst/>
          </a:prstGeom>
        </p:spPr>
        <p:txBody>
          <a:bodyPr vert="horz" lIns="0" tIns="0" rIns="0" bIns="0" anchor="t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1" u="none" kern="1200" baseline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bold italic – Centered</a:t>
            </a:r>
          </a:p>
        </p:txBody>
      </p:sp>
      <p:sp>
        <p:nvSpPr>
          <p:cNvPr id="17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8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957860B-F6F5-DC45-B7AC-D6706B449861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CFFB08AE-15E4-324C-B346-7F78A78CF8BE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F3EE534B-7A42-8948-AE97-DDEA4CAE02C6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1083057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texto 3"/>
          <p:cNvSpPr>
            <a:spLocks noGrp="1"/>
          </p:cNvSpPr>
          <p:nvPr>
            <p:ph type="body" sz="quarter" idx="18" hasCustomPrompt="1"/>
          </p:nvPr>
        </p:nvSpPr>
        <p:spPr>
          <a:xfrm>
            <a:off x="1952624" y="2848843"/>
            <a:ext cx="14418653" cy="5899292"/>
          </a:xfrm>
          <a:prstGeom prst="rect">
            <a:avLst/>
          </a:prstGeom>
        </p:spPr>
        <p:txBody>
          <a:bodyPr/>
          <a:lstStyle>
            <a:lvl1pPr marL="514350" indent="-514350">
              <a:spcBef>
                <a:spcPts val="540"/>
              </a:spcBef>
              <a:buClr>
                <a:schemeClr val="accent2"/>
              </a:buClr>
              <a:buFont typeface="Wingdings" charset="2"/>
              <a:buChar char="§"/>
              <a:defRPr sz="2520" baseline="0">
                <a:latin typeface="Roboto" pitchFamily="2" charset="0"/>
                <a:ea typeface="Arial" charset="0"/>
                <a:cs typeface="Arial" charset="0"/>
              </a:defRPr>
            </a:lvl1pPr>
            <a:lvl2pPr marL="1645920" indent="-822960">
              <a:buClr>
                <a:schemeClr val="accent2"/>
              </a:buClr>
              <a:buFont typeface="Courier New"/>
              <a:buChar char="o"/>
              <a:defRPr sz="2520"/>
            </a:lvl2pPr>
            <a:lvl3pPr>
              <a:defRPr sz="2520"/>
            </a:lvl3pPr>
            <a:lvl4pPr>
              <a:defRPr sz="2520"/>
            </a:lvl4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en-GB" noProof="1"/>
              <a:t>Text Roboto 14pt – bulleted list</a:t>
            </a:r>
          </a:p>
        </p:txBody>
      </p:sp>
      <p:sp>
        <p:nvSpPr>
          <p:cNvPr id="13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4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04A60CE-58B1-2046-B45D-6A5C26E5F7C9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4CF2FDC7-4BF0-D442-8EF3-BA8B54D1C4F1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A499EAFB-A81C-AF41-9956-9EB46E0C87D0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3452397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texto 3"/>
          <p:cNvSpPr>
            <a:spLocks noGrp="1"/>
          </p:cNvSpPr>
          <p:nvPr>
            <p:ph type="body" sz="quarter" idx="19" hasCustomPrompt="1"/>
          </p:nvPr>
        </p:nvSpPr>
        <p:spPr>
          <a:xfrm>
            <a:off x="1970381" y="2816798"/>
            <a:ext cx="6839684" cy="6282600"/>
          </a:xfrm>
          <a:prstGeom prst="rect">
            <a:avLst/>
          </a:prstGeom>
        </p:spPr>
        <p:txBody>
          <a:bodyPr/>
          <a:lstStyle>
            <a:lvl1pPr marL="324000" indent="-324000">
              <a:spcBef>
                <a:spcPts val="540"/>
              </a:spcBef>
              <a:buClr>
                <a:schemeClr val="accent2"/>
              </a:buClr>
              <a:buFont typeface="Wingdings" charset="2"/>
              <a:buChar char="§"/>
              <a:defRPr sz="2340" baseline="0">
                <a:latin typeface="Roboto" pitchFamily="2" charset="0"/>
                <a:ea typeface="Arial" charset="0"/>
                <a:cs typeface="Arial" charset="0"/>
              </a:defRPr>
            </a:lvl1pPr>
            <a:lvl2pPr marL="1337310" indent="-514350">
              <a:buClr>
                <a:schemeClr val="accent2"/>
              </a:buClr>
              <a:buFont typeface="Courier New"/>
              <a:buChar char="o"/>
              <a:defRPr sz="2340"/>
            </a:lvl2pPr>
            <a:lvl3pPr>
              <a:defRPr sz="2340"/>
            </a:lvl3pPr>
            <a:lvl4pPr>
              <a:defRPr sz="2340"/>
            </a:lvl4pPr>
            <a:lvl5pPr>
              <a:defRPr sz="2340"/>
            </a:lvl5pPr>
            <a:lvl6pPr>
              <a:defRPr sz="2340"/>
            </a:lvl6pPr>
            <a:lvl7pPr>
              <a:defRPr sz="2340"/>
            </a:lvl7pPr>
          </a:lstStyle>
          <a:p>
            <a:pPr lvl="0"/>
            <a:r>
              <a:rPr lang="en-GB" noProof="1"/>
              <a:t>Text Roboto 13pt – bulleted list</a:t>
            </a:r>
          </a:p>
        </p:txBody>
      </p:sp>
      <p:sp>
        <p:nvSpPr>
          <p:cNvPr id="15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7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19" name="Marcador de texto 3"/>
          <p:cNvSpPr>
            <a:spLocks noGrp="1"/>
          </p:cNvSpPr>
          <p:nvPr>
            <p:ph type="body" sz="quarter" idx="25" hasCustomPrompt="1"/>
          </p:nvPr>
        </p:nvSpPr>
        <p:spPr>
          <a:xfrm>
            <a:off x="9558373" y="2816798"/>
            <a:ext cx="6839684" cy="6282600"/>
          </a:xfrm>
          <a:prstGeom prst="rect">
            <a:avLst/>
          </a:prstGeom>
        </p:spPr>
        <p:txBody>
          <a:bodyPr/>
          <a:lstStyle>
            <a:lvl1pPr marL="324000" indent="-324000">
              <a:spcBef>
                <a:spcPts val="540"/>
              </a:spcBef>
              <a:buClr>
                <a:schemeClr val="accent2"/>
              </a:buClr>
              <a:buFont typeface="Wingdings" charset="2"/>
              <a:buChar char="§"/>
              <a:defRPr sz="2340" baseline="0">
                <a:latin typeface="Roboto" pitchFamily="2" charset="0"/>
                <a:ea typeface="Arial" charset="0"/>
                <a:cs typeface="Arial" charset="0"/>
              </a:defRPr>
            </a:lvl1pPr>
            <a:lvl2pPr marL="1337310" indent="-514350">
              <a:buClr>
                <a:schemeClr val="accent2"/>
              </a:buClr>
              <a:buFont typeface="Courier New"/>
              <a:buChar char="o"/>
              <a:defRPr sz="2340"/>
            </a:lvl2pPr>
            <a:lvl3pPr>
              <a:defRPr sz="2340"/>
            </a:lvl3pPr>
            <a:lvl4pPr>
              <a:defRPr sz="2340"/>
            </a:lvl4pPr>
            <a:lvl5pPr>
              <a:defRPr sz="2340"/>
            </a:lvl5pPr>
            <a:lvl6pPr>
              <a:defRPr sz="2340"/>
            </a:lvl6pPr>
            <a:lvl7pPr>
              <a:defRPr sz="2340"/>
            </a:lvl7pPr>
          </a:lstStyle>
          <a:p>
            <a:pPr lvl="0"/>
            <a:r>
              <a:rPr lang="en-GB" noProof="1"/>
              <a:t>Text Roboto 13pt – bulleted list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F8F5F20-A296-B848-A2BF-3AD2C16CA740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ED0B0FC-3C79-774D-B608-675AF2994F32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59BC0837-56DC-EE4A-97CA-E819F4B78B3C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3319385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1"/>
          <p:cNvSpPr>
            <a:spLocks noGrp="1"/>
          </p:cNvSpPr>
          <p:nvPr>
            <p:ph type="body" sz="quarter" idx="42" hasCustomPrompt="1"/>
          </p:nvPr>
        </p:nvSpPr>
        <p:spPr>
          <a:xfrm>
            <a:off x="1242656" y="6137504"/>
            <a:ext cx="2555630" cy="163767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12pt centered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43" hasCustomPrompt="1"/>
          </p:nvPr>
        </p:nvSpPr>
        <p:spPr>
          <a:xfrm>
            <a:off x="2022238" y="3893388"/>
            <a:ext cx="1046288" cy="97200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ts val="64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5400" b="1" i="0" u="none" kern="1200" baseline="0" dirty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1</a:t>
            </a:r>
          </a:p>
        </p:txBody>
      </p:sp>
      <p:sp>
        <p:nvSpPr>
          <p:cNvPr id="13" name="Marcador de texto 11"/>
          <p:cNvSpPr>
            <a:spLocks noGrp="1"/>
          </p:cNvSpPr>
          <p:nvPr>
            <p:ph type="body" sz="quarter" idx="44" hasCustomPrompt="1"/>
          </p:nvPr>
        </p:nvSpPr>
        <p:spPr>
          <a:xfrm>
            <a:off x="1207483" y="5154909"/>
            <a:ext cx="2625968" cy="71448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bold</a:t>
            </a:r>
          </a:p>
        </p:txBody>
      </p:sp>
      <p:sp>
        <p:nvSpPr>
          <p:cNvPr id="16" name="Marcador de texto 11"/>
          <p:cNvSpPr>
            <a:spLocks noGrp="1"/>
          </p:cNvSpPr>
          <p:nvPr>
            <p:ph type="body" sz="quarter" idx="46" hasCustomPrompt="1"/>
          </p:nvPr>
        </p:nvSpPr>
        <p:spPr>
          <a:xfrm>
            <a:off x="5275390" y="3893388"/>
            <a:ext cx="1046288" cy="97200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ts val="64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5400" b="1" i="0" u="none" kern="1200" baseline="0" dirty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1</a:t>
            </a:r>
          </a:p>
        </p:txBody>
      </p:sp>
      <p:sp>
        <p:nvSpPr>
          <p:cNvPr id="27" name="Marcador de texto 11"/>
          <p:cNvSpPr>
            <a:spLocks noGrp="1"/>
          </p:cNvSpPr>
          <p:nvPr>
            <p:ph type="body" sz="quarter" idx="49" hasCustomPrompt="1"/>
          </p:nvPr>
        </p:nvSpPr>
        <p:spPr>
          <a:xfrm>
            <a:off x="8528543" y="3893388"/>
            <a:ext cx="1046288" cy="97200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ts val="64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5400" b="1" i="0" u="none" kern="1200" baseline="0" dirty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1</a:t>
            </a:r>
          </a:p>
        </p:txBody>
      </p:sp>
      <p:sp>
        <p:nvSpPr>
          <p:cNvPr id="31" name="Marcador de texto 11"/>
          <p:cNvSpPr>
            <a:spLocks noGrp="1"/>
          </p:cNvSpPr>
          <p:nvPr>
            <p:ph type="body" sz="quarter" idx="52" hasCustomPrompt="1"/>
          </p:nvPr>
        </p:nvSpPr>
        <p:spPr>
          <a:xfrm>
            <a:off x="11816869" y="3893388"/>
            <a:ext cx="1046288" cy="97200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ts val="64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5400" b="1" i="0" u="none" kern="1200" baseline="0" dirty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1</a:t>
            </a:r>
          </a:p>
        </p:txBody>
      </p:sp>
      <p:sp>
        <p:nvSpPr>
          <p:cNvPr id="35" name="Marcador de texto 11"/>
          <p:cNvSpPr>
            <a:spLocks noGrp="1"/>
          </p:cNvSpPr>
          <p:nvPr>
            <p:ph type="body" sz="quarter" idx="55" hasCustomPrompt="1"/>
          </p:nvPr>
        </p:nvSpPr>
        <p:spPr>
          <a:xfrm>
            <a:off x="15052438" y="3893388"/>
            <a:ext cx="1046288" cy="97200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ts val="64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5400" b="1" i="0" u="none" kern="1200" baseline="0" dirty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1</a:t>
            </a:r>
          </a:p>
        </p:txBody>
      </p:sp>
      <p:sp>
        <p:nvSpPr>
          <p:cNvPr id="33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43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5560836-945E-5440-A244-A942ED1F1120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46DCC1F7-92E3-D84E-AE19-F0AD27CB6D8A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39" name="Título 1">
            <a:extLst>
              <a:ext uri="{FF2B5EF4-FFF2-40B4-BE49-F238E27FC236}">
                <a16:creationId xmlns:a16="http://schemas.microsoft.com/office/drawing/2014/main" id="{701D0D1A-A609-C144-BCDB-EB7014EAF84C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23" name="Marcador de texto 11">
            <a:extLst>
              <a:ext uri="{FF2B5EF4-FFF2-40B4-BE49-F238E27FC236}">
                <a16:creationId xmlns:a16="http://schemas.microsoft.com/office/drawing/2014/main" id="{993F601D-6FBF-154F-89C4-F9B7904434A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487744" y="6137504"/>
            <a:ext cx="2555630" cy="163767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12pt centered</a:t>
            </a:r>
          </a:p>
        </p:txBody>
      </p:sp>
      <p:sp>
        <p:nvSpPr>
          <p:cNvPr id="37" name="Marcador de texto 11">
            <a:extLst>
              <a:ext uri="{FF2B5EF4-FFF2-40B4-BE49-F238E27FC236}">
                <a16:creationId xmlns:a16="http://schemas.microsoft.com/office/drawing/2014/main" id="{C72594B7-491A-5A4A-B753-84DA59B7F6E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452571" y="5154909"/>
            <a:ext cx="2625968" cy="71448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bold</a:t>
            </a:r>
          </a:p>
        </p:txBody>
      </p:sp>
      <p:sp>
        <p:nvSpPr>
          <p:cNvPr id="38" name="Marcador de texto 11">
            <a:extLst>
              <a:ext uri="{FF2B5EF4-FFF2-40B4-BE49-F238E27FC236}">
                <a16:creationId xmlns:a16="http://schemas.microsoft.com/office/drawing/2014/main" id="{E3B48128-C2AE-134A-9290-E820D096598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746583" y="6137504"/>
            <a:ext cx="2555630" cy="163767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12pt centered</a:t>
            </a:r>
          </a:p>
        </p:txBody>
      </p:sp>
      <p:sp>
        <p:nvSpPr>
          <p:cNvPr id="41" name="Marcador de texto 11">
            <a:extLst>
              <a:ext uri="{FF2B5EF4-FFF2-40B4-BE49-F238E27FC236}">
                <a16:creationId xmlns:a16="http://schemas.microsoft.com/office/drawing/2014/main" id="{39DCFB4A-51FB-C040-A4B9-92ADF0B2F2E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711409" y="5154909"/>
            <a:ext cx="2625968" cy="71448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bold</a:t>
            </a:r>
          </a:p>
        </p:txBody>
      </p:sp>
      <p:sp>
        <p:nvSpPr>
          <p:cNvPr id="42" name="Marcador de texto 11">
            <a:extLst>
              <a:ext uri="{FF2B5EF4-FFF2-40B4-BE49-F238E27FC236}">
                <a16:creationId xmlns:a16="http://schemas.microsoft.com/office/drawing/2014/main" id="{3B36ADDB-5F0F-0746-A334-978078A7ADEC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1032922" y="6137504"/>
            <a:ext cx="2555630" cy="163767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12pt centered</a:t>
            </a:r>
          </a:p>
        </p:txBody>
      </p:sp>
      <p:sp>
        <p:nvSpPr>
          <p:cNvPr id="45" name="Marcador de texto 11">
            <a:extLst>
              <a:ext uri="{FF2B5EF4-FFF2-40B4-BE49-F238E27FC236}">
                <a16:creationId xmlns:a16="http://schemas.microsoft.com/office/drawing/2014/main" id="{CAF97FFD-1574-C643-AA3A-572046CC5FD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997749" y="5154909"/>
            <a:ext cx="2625968" cy="71448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bold</a:t>
            </a:r>
          </a:p>
        </p:txBody>
      </p:sp>
      <p:sp>
        <p:nvSpPr>
          <p:cNvPr id="46" name="Marcador de texto 11">
            <a:extLst>
              <a:ext uri="{FF2B5EF4-FFF2-40B4-BE49-F238E27FC236}">
                <a16:creationId xmlns:a16="http://schemas.microsoft.com/office/drawing/2014/main" id="{A3673191-08EB-5B48-8B61-DD91F7FAA83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4250511" y="6137504"/>
            <a:ext cx="2555630" cy="163767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12pt centered</a:t>
            </a:r>
          </a:p>
        </p:txBody>
      </p:sp>
      <p:sp>
        <p:nvSpPr>
          <p:cNvPr id="48" name="Marcador de texto 11">
            <a:extLst>
              <a:ext uri="{FF2B5EF4-FFF2-40B4-BE49-F238E27FC236}">
                <a16:creationId xmlns:a16="http://schemas.microsoft.com/office/drawing/2014/main" id="{927EAEFF-6816-1D4E-A67A-58B7838907C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4215337" y="5154909"/>
            <a:ext cx="2625968" cy="71448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bold</a:t>
            </a:r>
          </a:p>
        </p:txBody>
      </p:sp>
    </p:spTree>
    <p:extLst>
      <p:ext uri="{BB962C8B-B14F-4D97-AF65-F5344CB8AC3E}">
        <p14:creationId xmlns:p14="http://schemas.microsoft.com/office/powerpoint/2010/main" val="3728268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numbers + 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lipse 24"/>
          <p:cNvSpPr>
            <a:spLocks/>
          </p:cNvSpPr>
          <p:nvPr userDrawn="1"/>
        </p:nvSpPr>
        <p:spPr>
          <a:xfrm>
            <a:off x="14814995" y="3925702"/>
            <a:ext cx="1484129" cy="830961"/>
          </a:xfrm>
          <a:prstGeom prst="ellipse">
            <a:avLst/>
          </a:prstGeom>
          <a:solidFill>
            <a:schemeClr val="accent2"/>
          </a:solidFill>
          <a:ln w="38100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29" name="Elipse 28"/>
          <p:cNvSpPr>
            <a:spLocks/>
          </p:cNvSpPr>
          <p:nvPr userDrawn="1"/>
        </p:nvSpPr>
        <p:spPr>
          <a:xfrm>
            <a:off x="11569282" y="3925702"/>
            <a:ext cx="1484129" cy="830961"/>
          </a:xfrm>
          <a:prstGeom prst="ellipse">
            <a:avLst/>
          </a:prstGeom>
          <a:solidFill>
            <a:schemeClr val="accent2"/>
          </a:solidFill>
          <a:ln w="38100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39" name="Elipse 38"/>
          <p:cNvSpPr>
            <a:spLocks/>
          </p:cNvSpPr>
          <p:nvPr userDrawn="1"/>
        </p:nvSpPr>
        <p:spPr>
          <a:xfrm>
            <a:off x="8323571" y="3925702"/>
            <a:ext cx="1484129" cy="830961"/>
          </a:xfrm>
          <a:prstGeom prst="ellipse">
            <a:avLst/>
          </a:prstGeom>
          <a:solidFill>
            <a:schemeClr val="accent2"/>
          </a:solidFill>
          <a:ln w="38100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40" name="Elipse 39"/>
          <p:cNvSpPr>
            <a:spLocks/>
          </p:cNvSpPr>
          <p:nvPr userDrawn="1"/>
        </p:nvSpPr>
        <p:spPr>
          <a:xfrm>
            <a:off x="5042578" y="3925702"/>
            <a:ext cx="1484129" cy="830961"/>
          </a:xfrm>
          <a:prstGeom prst="ellipse">
            <a:avLst/>
          </a:prstGeom>
          <a:solidFill>
            <a:schemeClr val="accent2"/>
          </a:solidFill>
          <a:ln w="38100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41" name="Elipse 40"/>
          <p:cNvSpPr>
            <a:spLocks/>
          </p:cNvSpPr>
          <p:nvPr userDrawn="1"/>
        </p:nvSpPr>
        <p:spPr>
          <a:xfrm>
            <a:off x="1796867" y="3925702"/>
            <a:ext cx="1484129" cy="830961"/>
          </a:xfrm>
          <a:prstGeom prst="ellipse">
            <a:avLst/>
          </a:prstGeom>
          <a:solidFill>
            <a:schemeClr val="accent2"/>
          </a:solidFill>
          <a:ln w="38100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cxnSp>
        <p:nvCxnSpPr>
          <p:cNvPr id="2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texto 11"/>
          <p:cNvSpPr>
            <a:spLocks noGrp="1"/>
          </p:cNvSpPr>
          <p:nvPr>
            <p:ph type="body" sz="quarter" idx="43" hasCustomPrompt="1"/>
          </p:nvPr>
        </p:nvSpPr>
        <p:spPr>
          <a:xfrm>
            <a:off x="2022238" y="3893388"/>
            <a:ext cx="1046288" cy="97200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ts val="64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5400" b="1" i="0" u="none" kern="1200" baseline="0" dirty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1</a:t>
            </a:r>
          </a:p>
        </p:txBody>
      </p:sp>
      <p:sp>
        <p:nvSpPr>
          <p:cNvPr id="16" name="Marcador de texto 11"/>
          <p:cNvSpPr>
            <a:spLocks noGrp="1"/>
          </p:cNvSpPr>
          <p:nvPr>
            <p:ph type="body" sz="quarter" idx="46" hasCustomPrompt="1"/>
          </p:nvPr>
        </p:nvSpPr>
        <p:spPr>
          <a:xfrm>
            <a:off x="5275390" y="3893388"/>
            <a:ext cx="1046288" cy="97200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ts val="64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5400" b="1" i="0" u="none" kern="1200" baseline="0" dirty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1</a:t>
            </a:r>
          </a:p>
        </p:txBody>
      </p:sp>
      <p:sp>
        <p:nvSpPr>
          <p:cNvPr id="27" name="Marcador de texto 11"/>
          <p:cNvSpPr>
            <a:spLocks noGrp="1"/>
          </p:cNvSpPr>
          <p:nvPr>
            <p:ph type="body" sz="quarter" idx="49" hasCustomPrompt="1"/>
          </p:nvPr>
        </p:nvSpPr>
        <p:spPr>
          <a:xfrm>
            <a:off x="8528543" y="3893388"/>
            <a:ext cx="1046288" cy="97200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ts val="64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5400" b="1" i="0" u="none" kern="1200" baseline="0" dirty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1</a:t>
            </a:r>
          </a:p>
        </p:txBody>
      </p:sp>
      <p:sp>
        <p:nvSpPr>
          <p:cNvPr id="31" name="Marcador de texto 11"/>
          <p:cNvSpPr>
            <a:spLocks noGrp="1"/>
          </p:cNvSpPr>
          <p:nvPr>
            <p:ph type="body" sz="quarter" idx="52" hasCustomPrompt="1"/>
          </p:nvPr>
        </p:nvSpPr>
        <p:spPr>
          <a:xfrm>
            <a:off x="11816869" y="3893388"/>
            <a:ext cx="1046288" cy="97200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ts val="64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5400" b="1" i="0" u="none" kern="1200" baseline="0" dirty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1</a:t>
            </a:r>
          </a:p>
        </p:txBody>
      </p:sp>
      <p:sp>
        <p:nvSpPr>
          <p:cNvPr id="35" name="Marcador de texto 11"/>
          <p:cNvSpPr>
            <a:spLocks noGrp="1"/>
          </p:cNvSpPr>
          <p:nvPr>
            <p:ph type="body" sz="quarter" idx="55" hasCustomPrompt="1"/>
          </p:nvPr>
        </p:nvSpPr>
        <p:spPr>
          <a:xfrm>
            <a:off x="15052438" y="3893388"/>
            <a:ext cx="1046288" cy="97200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ts val="64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5400" b="1" i="0" u="none" kern="1200" baseline="0" dirty="0">
                <a:ln>
                  <a:noFill/>
                </a:ln>
                <a:solidFill>
                  <a:schemeClr val="bg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1</a:t>
            </a:r>
          </a:p>
        </p:txBody>
      </p:sp>
      <p:sp>
        <p:nvSpPr>
          <p:cNvPr id="33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43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8E0ED34-C8F7-BA42-A01E-234B1ACC6D36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45" name="Título 1">
            <a:extLst>
              <a:ext uri="{FF2B5EF4-FFF2-40B4-BE49-F238E27FC236}">
                <a16:creationId xmlns:a16="http://schemas.microsoft.com/office/drawing/2014/main" id="{4CE7E824-C315-7345-AB00-7F0FF3315DDE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46" name="Título 1">
            <a:extLst>
              <a:ext uri="{FF2B5EF4-FFF2-40B4-BE49-F238E27FC236}">
                <a16:creationId xmlns:a16="http://schemas.microsoft.com/office/drawing/2014/main" id="{6E1FBD3D-23F3-9848-AC1B-6FF69EEBCF10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37" name="Marcador de texto 11">
            <a:extLst>
              <a:ext uri="{FF2B5EF4-FFF2-40B4-BE49-F238E27FC236}">
                <a16:creationId xmlns:a16="http://schemas.microsoft.com/office/drawing/2014/main" id="{1DB1DF3F-3835-2C41-B327-0F55523D1BF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42656" y="6137504"/>
            <a:ext cx="2555630" cy="163767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12pt centered</a:t>
            </a:r>
          </a:p>
        </p:txBody>
      </p:sp>
      <p:sp>
        <p:nvSpPr>
          <p:cNvPr id="38" name="Marcador de texto 11">
            <a:extLst>
              <a:ext uri="{FF2B5EF4-FFF2-40B4-BE49-F238E27FC236}">
                <a16:creationId xmlns:a16="http://schemas.microsoft.com/office/drawing/2014/main" id="{09DBD4EE-8252-CB44-AE61-015621105BA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07483" y="5154909"/>
            <a:ext cx="2625968" cy="71448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bold</a:t>
            </a:r>
          </a:p>
        </p:txBody>
      </p:sp>
      <p:sp>
        <p:nvSpPr>
          <p:cNvPr id="44" name="Marcador de texto 11">
            <a:extLst>
              <a:ext uri="{FF2B5EF4-FFF2-40B4-BE49-F238E27FC236}">
                <a16:creationId xmlns:a16="http://schemas.microsoft.com/office/drawing/2014/main" id="{BD6B991B-DC97-C840-B902-389CCD6AB27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487744" y="6137504"/>
            <a:ext cx="2555630" cy="163767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12pt centered</a:t>
            </a:r>
          </a:p>
        </p:txBody>
      </p:sp>
      <p:sp>
        <p:nvSpPr>
          <p:cNvPr id="47" name="Marcador de texto 11">
            <a:extLst>
              <a:ext uri="{FF2B5EF4-FFF2-40B4-BE49-F238E27FC236}">
                <a16:creationId xmlns:a16="http://schemas.microsoft.com/office/drawing/2014/main" id="{CE41B346-7DF0-2941-ACE6-A756DE29777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452571" y="5154909"/>
            <a:ext cx="2625968" cy="71448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bold</a:t>
            </a:r>
          </a:p>
        </p:txBody>
      </p:sp>
      <p:sp>
        <p:nvSpPr>
          <p:cNvPr id="48" name="Marcador de texto 11">
            <a:extLst>
              <a:ext uri="{FF2B5EF4-FFF2-40B4-BE49-F238E27FC236}">
                <a16:creationId xmlns:a16="http://schemas.microsoft.com/office/drawing/2014/main" id="{4A1F7CC1-DA69-C24C-AF0F-6D64DDC5DC3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746583" y="6137504"/>
            <a:ext cx="2555630" cy="163767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12pt centered</a:t>
            </a:r>
          </a:p>
        </p:txBody>
      </p:sp>
      <p:sp>
        <p:nvSpPr>
          <p:cNvPr id="49" name="Marcador de texto 11">
            <a:extLst>
              <a:ext uri="{FF2B5EF4-FFF2-40B4-BE49-F238E27FC236}">
                <a16:creationId xmlns:a16="http://schemas.microsoft.com/office/drawing/2014/main" id="{BA22B4DC-8466-9548-B2B3-C1C571D5844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711409" y="5154909"/>
            <a:ext cx="2625968" cy="71448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bold</a:t>
            </a:r>
          </a:p>
        </p:txBody>
      </p:sp>
      <p:sp>
        <p:nvSpPr>
          <p:cNvPr id="50" name="Marcador de texto 11">
            <a:extLst>
              <a:ext uri="{FF2B5EF4-FFF2-40B4-BE49-F238E27FC236}">
                <a16:creationId xmlns:a16="http://schemas.microsoft.com/office/drawing/2014/main" id="{CA7434D0-9B9D-354E-8763-0F44F5C8EE6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1032922" y="6137504"/>
            <a:ext cx="2555630" cy="163767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12pt centered</a:t>
            </a:r>
          </a:p>
        </p:txBody>
      </p:sp>
      <p:sp>
        <p:nvSpPr>
          <p:cNvPr id="51" name="Marcador de texto 11">
            <a:extLst>
              <a:ext uri="{FF2B5EF4-FFF2-40B4-BE49-F238E27FC236}">
                <a16:creationId xmlns:a16="http://schemas.microsoft.com/office/drawing/2014/main" id="{9B67867E-85F6-B441-8AAF-722F1F1EA42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997749" y="5154909"/>
            <a:ext cx="2625968" cy="71448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bold</a:t>
            </a:r>
          </a:p>
        </p:txBody>
      </p:sp>
      <p:sp>
        <p:nvSpPr>
          <p:cNvPr id="52" name="Marcador de texto 11">
            <a:extLst>
              <a:ext uri="{FF2B5EF4-FFF2-40B4-BE49-F238E27FC236}">
                <a16:creationId xmlns:a16="http://schemas.microsoft.com/office/drawing/2014/main" id="{E72B1C5B-F010-6344-8E92-1DAAF949ADB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4250511" y="6137504"/>
            <a:ext cx="2555630" cy="163767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12pt centered</a:t>
            </a:r>
          </a:p>
        </p:txBody>
      </p:sp>
      <p:sp>
        <p:nvSpPr>
          <p:cNvPr id="53" name="Marcador de texto 11">
            <a:extLst>
              <a:ext uri="{FF2B5EF4-FFF2-40B4-BE49-F238E27FC236}">
                <a16:creationId xmlns:a16="http://schemas.microsoft.com/office/drawing/2014/main" id="{63B2B73F-0284-EB49-9E5D-F7ADC8CEB7A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4215337" y="5154909"/>
            <a:ext cx="2625968" cy="714480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Roboto 16pt bold</a:t>
            </a:r>
          </a:p>
        </p:txBody>
      </p:sp>
    </p:spTree>
    <p:extLst>
      <p:ext uri="{BB962C8B-B14F-4D97-AF65-F5344CB8AC3E}">
        <p14:creationId xmlns:p14="http://schemas.microsoft.com/office/powerpoint/2010/main" val="3363422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posición de imagen 13"/>
          <p:cNvSpPr>
            <a:spLocks noGrp="1"/>
          </p:cNvSpPr>
          <p:nvPr>
            <p:ph type="pic" sz="quarter" idx="14" hasCustomPrompt="1"/>
          </p:nvPr>
        </p:nvSpPr>
        <p:spPr>
          <a:xfrm>
            <a:off x="11734802" y="5"/>
            <a:ext cx="6558929" cy="9734547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20" name="Marcador de texto 11"/>
          <p:cNvSpPr>
            <a:spLocks noGrp="1"/>
          </p:cNvSpPr>
          <p:nvPr>
            <p:ph type="body" sz="quarter" idx="16" hasCustomPrompt="1"/>
          </p:nvPr>
        </p:nvSpPr>
        <p:spPr>
          <a:xfrm>
            <a:off x="1230928" y="3382336"/>
            <a:ext cx="5249252" cy="4319588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0" i="0" u="none" kern="1200" baseline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Arial 16pt</a:t>
            </a:r>
          </a:p>
        </p:txBody>
      </p:sp>
      <p:cxnSp>
        <p:nvCxnSpPr>
          <p:cNvPr id="24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1" y="698499"/>
            <a:ext cx="8702072" cy="635001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23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38811A-85E2-5B41-ACF2-22E6ED9E442B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1C092FC4-E820-6D42-982E-1DD06867F022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A5C14291-3369-5543-A295-D683D78A0F39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1211922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13"/>
          <p:cNvSpPr>
            <a:spLocks noGrp="1"/>
          </p:cNvSpPr>
          <p:nvPr>
            <p:ph type="pic" sz="quarter" idx="14" hasCustomPrompt="1"/>
          </p:nvPr>
        </p:nvSpPr>
        <p:spPr>
          <a:xfrm>
            <a:off x="10542677" y="5"/>
            <a:ext cx="7751057" cy="9734547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7" hasCustomPrompt="1"/>
          </p:nvPr>
        </p:nvSpPr>
        <p:spPr>
          <a:xfrm>
            <a:off x="1250301" y="3193265"/>
            <a:ext cx="6876810" cy="3325932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0" i="0" u="none" kern="1200" baseline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Arial 16pt</a:t>
            </a:r>
          </a:p>
        </p:txBody>
      </p:sp>
      <p:cxnSp>
        <p:nvCxnSpPr>
          <p:cNvPr id="14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1" y="698499"/>
            <a:ext cx="8702072" cy="635001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7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3563CBC-89FB-2245-8729-0AFCECAB3644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98D1C6D5-90E0-7A4D-AF60-19C29366263E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FFE2C997-99F3-F14D-B52F-7B65E62B4143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3918436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13"/>
          <p:cNvSpPr>
            <a:spLocks noGrp="1"/>
          </p:cNvSpPr>
          <p:nvPr>
            <p:ph type="pic" sz="quarter" idx="14" hasCustomPrompt="1"/>
          </p:nvPr>
        </p:nvSpPr>
        <p:spPr>
          <a:xfrm>
            <a:off x="10542677" y="5"/>
            <a:ext cx="7751057" cy="9734547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11" name="Marcador de texto 11"/>
          <p:cNvSpPr>
            <a:spLocks noGrp="1"/>
          </p:cNvSpPr>
          <p:nvPr>
            <p:ph type="body" sz="quarter" idx="16" hasCustomPrompt="1"/>
          </p:nvPr>
        </p:nvSpPr>
        <p:spPr>
          <a:xfrm>
            <a:off x="1978269" y="3354650"/>
            <a:ext cx="6876810" cy="1426794"/>
          </a:xfrm>
          <a:prstGeom prst="rect">
            <a:avLst/>
          </a:prstGeom>
        </p:spPr>
        <p:txBody>
          <a:bodyPr vert="horz" lIns="0" tIns="0" rIns="0" bIns="0" anchor="t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0" i="0" u="none" kern="1200" baseline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Roboto 16pt</a:t>
            </a:r>
          </a:p>
        </p:txBody>
      </p:sp>
      <p:sp>
        <p:nvSpPr>
          <p:cNvPr id="16" name="Marcador de texto 3"/>
          <p:cNvSpPr>
            <a:spLocks noGrp="1"/>
          </p:cNvSpPr>
          <p:nvPr>
            <p:ph type="body" sz="quarter" idx="19" hasCustomPrompt="1"/>
          </p:nvPr>
        </p:nvSpPr>
        <p:spPr>
          <a:xfrm>
            <a:off x="1974361" y="5092823"/>
            <a:ext cx="6874853" cy="3283928"/>
          </a:xfrm>
          <a:prstGeom prst="rect">
            <a:avLst/>
          </a:prstGeom>
        </p:spPr>
        <p:txBody>
          <a:bodyPr/>
          <a:lstStyle>
            <a:lvl1pPr marL="324000" indent="-324000">
              <a:spcBef>
                <a:spcPts val="540"/>
              </a:spcBef>
              <a:buClr>
                <a:schemeClr val="accent2"/>
              </a:buClr>
              <a:buFont typeface="Wingdings" charset="2"/>
              <a:buChar char="§"/>
              <a:defRPr sz="2520" baseline="0">
                <a:latin typeface="Roboto" pitchFamily="2" charset="0"/>
                <a:ea typeface="Arial" charset="0"/>
                <a:cs typeface="Arial" charset="0"/>
              </a:defRPr>
            </a:lvl1pPr>
            <a:lvl2pPr marL="1337310" indent="-514350">
              <a:buClr>
                <a:schemeClr val="accent2"/>
              </a:buClr>
              <a:buFont typeface="Courier New"/>
              <a:buChar char="o"/>
              <a:defRPr sz="2520"/>
            </a:lvl2pPr>
            <a:lvl3pPr marL="1645920" indent="0">
              <a:buNone/>
              <a:defRPr sz="2520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</a:lstStyle>
          <a:p>
            <a:pPr lvl="0"/>
            <a:r>
              <a:rPr lang="en-GB" noProof="1"/>
              <a:t>Text Roboto 14pt – bulleted list</a:t>
            </a:r>
          </a:p>
        </p:txBody>
      </p:sp>
      <p:cxnSp>
        <p:nvCxnSpPr>
          <p:cNvPr id="14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1" y="698499"/>
            <a:ext cx="8702072" cy="635001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25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76DE2A-0916-BC4F-99DB-B69B3B25DDA4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F132D24-DE7F-F64D-9B65-A8A3E084066F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6E590235-5888-EF4E-80C1-2C4BED44927A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877571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13"/>
          <p:cNvSpPr>
            <a:spLocks noGrp="1"/>
          </p:cNvSpPr>
          <p:nvPr>
            <p:ph type="pic" sz="quarter" idx="14" hasCustomPrompt="1"/>
          </p:nvPr>
        </p:nvSpPr>
        <p:spPr>
          <a:xfrm>
            <a:off x="10542677" y="5"/>
            <a:ext cx="7751057" cy="9734547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6" hasCustomPrompt="1"/>
          </p:nvPr>
        </p:nvSpPr>
        <p:spPr>
          <a:xfrm>
            <a:off x="1943104" y="2975432"/>
            <a:ext cx="7416800" cy="3111744"/>
          </a:xfrm>
          <a:prstGeom prst="rect">
            <a:avLst/>
          </a:prstGeom>
        </p:spPr>
        <p:txBody>
          <a:bodyPr vert="horz" lIns="0" tIns="0" rIns="0" bIns="0" anchor="t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3240" b="1" i="1" u="none" kern="1200" baseline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Roboto 18pt bold italic</a:t>
            </a:r>
          </a:p>
        </p:txBody>
      </p:sp>
      <p:cxnSp>
        <p:nvCxnSpPr>
          <p:cNvPr id="14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56D31DD-7CB2-5146-83BE-1386316CD54B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A26B6E07-6991-334C-98E1-455E7CCA22C7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AE439D80-DE3F-B044-A510-5616E6F1BD4C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0" name="Marcador de texto 11">
            <a:extLst>
              <a:ext uri="{FF2B5EF4-FFF2-40B4-BE49-F238E27FC236}">
                <a16:creationId xmlns:a16="http://schemas.microsoft.com/office/drawing/2014/main" id="{E1DEE4EA-1EDA-0B4E-B170-639C982C94D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49" y="671515"/>
            <a:ext cx="8665098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1" name="Marcador de texto 11">
            <a:extLst>
              <a:ext uri="{FF2B5EF4-FFF2-40B4-BE49-F238E27FC236}">
                <a16:creationId xmlns:a16="http://schemas.microsoft.com/office/drawing/2014/main" id="{7EC4BB5C-F413-534B-B0FA-3973552BCF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2950425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1"/>
          <p:cNvSpPr>
            <a:spLocks noGrp="1"/>
          </p:cNvSpPr>
          <p:nvPr>
            <p:ph type="body" sz="quarter" idx="16" hasCustomPrompt="1"/>
          </p:nvPr>
        </p:nvSpPr>
        <p:spPr>
          <a:xfrm>
            <a:off x="1230928" y="4055468"/>
            <a:ext cx="6348044" cy="4319588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0" u="none" kern="1200" baseline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Roboto 16pt bold</a:t>
            </a:r>
          </a:p>
        </p:txBody>
      </p:sp>
      <p:sp>
        <p:nvSpPr>
          <p:cNvPr id="14" name="Marcador de texto 3"/>
          <p:cNvSpPr>
            <a:spLocks noGrp="1"/>
          </p:cNvSpPr>
          <p:nvPr>
            <p:ph type="body" sz="quarter" idx="18" hasCustomPrompt="1"/>
          </p:nvPr>
        </p:nvSpPr>
        <p:spPr>
          <a:xfrm>
            <a:off x="9337432" y="3511259"/>
            <a:ext cx="7033847" cy="5313851"/>
          </a:xfrm>
          <a:prstGeom prst="rect">
            <a:avLst/>
          </a:prstGeom>
        </p:spPr>
        <p:txBody>
          <a:bodyPr/>
          <a:lstStyle>
            <a:lvl1pPr marL="324000" indent="-324000">
              <a:spcBef>
                <a:spcPts val="540"/>
              </a:spcBef>
              <a:buClr>
                <a:schemeClr val="accent2"/>
              </a:buClr>
              <a:buFont typeface="Wingdings" charset="2"/>
              <a:buChar char="§"/>
              <a:defRPr sz="2520" baseline="0">
                <a:latin typeface="Roboto" pitchFamily="2" charset="0"/>
                <a:ea typeface="Arial" charset="0"/>
                <a:cs typeface="Arial" charset="0"/>
              </a:defRPr>
            </a:lvl1pPr>
            <a:lvl2pPr marL="1337310" indent="-514350">
              <a:buClr>
                <a:schemeClr val="accent2"/>
              </a:buClr>
              <a:buFont typeface="Courier New"/>
              <a:buChar char="o"/>
              <a:defRPr sz="2520"/>
            </a:lvl2pPr>
            <a:lvl3pPr>
              <a:defRPr sz="2520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</a:lstStyle>
          <a:p>
            <a:pPr lvl="0"/>
            <a:r>
              <a:rPr lang="en-GB" noProof="1"/>
              <a:t>Text &lt;roboto 14pt – bulleted list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BCD86BD-F724-EC4D-8422-35D2373A4FAC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32E0CA08-CB1C-DE43-B65F-70B6695040BE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E0D31BAC-A5CE-2942-8812-A1C23B6BD84C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0" name="Marcador de texto 11">
            <a:extLst>
              <a:ext uri="{FF2B5EF4-FFF2-40B4-BE49-F238E27FC236}">
                <a16:creationId xmlns:a16="http://schemas.microsoft.com/office/drawing/2014/main" id="{370775B7-4DDC-6A4D-A0F0-1435DF6971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7BA5984A-C3F0-8F47-BC1B-0BF2AE152F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1463350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enter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1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4712497"/>
            <a:ext cx="18288000" cy="5022056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10" name="Marcador de texto 11"/>
          <p:cNvSpPr>
            <a:spLocks noGrp="1"/>
          </p:cNvSpPr>
          <p:nvPr>
            <p:ph type="body" sz="quarter" idx="16" hasCustomPrompt="1"/>
          </p:nvPr>
        </p:nvSpPr>
        <p:spPr>
          <a:xfrm>
            <a:off x="3600450" y="2536901"/>
            <a:ext cx="11087100" cy="1761576"/>
          </a:xfrm>
          <a:prstGeom prst="rect">
            <a:avLst/>
          </a:prstGeom>
        </p:spPr>
        <p:txBody>
          <a:bodyPr vert="horz" lIns="0" tIns="0" rIns="0" bIns="0" anchor="t"/>
          <a:lstStyle>
            <a:lvl1pPr marL="0" marR="0" indent="0" algn="ct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3240" b="1" i="1" u="none" kern="1200" baseline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Roboto 18pt bold italic – centered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DE1F8EB-2FA4-0544-A3B0-FE9CDA342893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C604AB48-B9FE-7B49-BFCF-5CC1F5EBAFAA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C3C9DF7F-6C44-DF42-976F-E6C50DAEFDD5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1" name="Marcador de texto 11">
            <a:extLst>
              <a:ext uri="{FF2B5EF4-FFF2-40B4-BE49-F238E27FC236}">
                <a16:creationId xmlns:a16="http://schemas.microsoft.com/office/drawing/2014/main" id="{61403A63-3795-7442-876F-FEE233212FC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8A636F5-6C49-8C42-A5F3-A3BBB956C1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4290468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13"/>
          <p:cNvSpPr>
            <a:spLocks noGrp="1"/>
          </p:cNvSpPr>
          <p:nvPr>
            <p:ph type="pic" sz="quarter" idx="14" hasCustomPrompt="1"/>
          </p:nvPr>
        </p:nvSpPr>
        <p:spPr>
          <a:xfrm>
            <a:off x="731520" y="2642840"/>
            <a:ext cx="8702412" cy="7072758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13" name="Marcador de texto 11"/>
          <p:cNvSpPr>
            <a:spLocks noGrp="1"/>
          </p:cNvSpPr>
          <p:nvPr>
            <p:ph type="body" sz="quarter" idx="16" hasCustomPrompt="1"/>
          </p:nvPr>
        </p:nvSpPr>
        <p:spPr>
          <a:xfrm>
            <a:off x="11148647" y="4712579"/>
            <a:ext cx="5812940" cy="1426794"/>
          </a:xfrm>
          <a:prstGeom prst="rect">
            <a:avLst/>
          </a:prstGeom>
        </p:spPr>
        <p:txBody>
          <a:bodyPr vert="horz" lIns="0" tIns="0" rIns="0" bIns="0" anchor="t"/>
          <a:lstStyle>
            <a:lvl1pPr marL="0" marR="0" indent="0" algn="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1" i="0" u="none" kern="1200" baseline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Roboto 16pt bold red</a:t>
            </a:r>
          </a:p>
        </p:txBody>
      </p:sp>
      <p:sp>
        <p:nvSpPr>
          <p:cNvPr id="14" name="Marcador de texto 11"/>
          <p:cNvSpPr>
            <a:spLocks noGrp="1"/>
          </p:cNvSpPr>
          <p:nvPr>
            <p:ph type="body" sz="quarter" idx="17" hasCustomPrompt="1"/>
          </p:nvPr>
        </p:nvSpPr>
        <p:spPr>
          <a:xfrm>
            <a:off x="11148647" y="6397523"/>
            <a:ext cx="5812940" cy="2387418"/>
          </a:xfrm>
          <a:prstGeom prst="rect">
            <a:avLst/>
          </a:prstGeom>
        </p:spPr>
        <p:txBody>
          <a:bodyPr vert="horz" lIns="0" tIns="0" rIns="0" bIns="0" anchor="t"/>
          <a:lstStyle>
            <a:lvl1pPr marL="0" marR="0" indent="0" algn="r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0" i="0" u="none" kern="1200" baseline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Roboto 16pt right-aligned</a:t>
            </a:r>
          </a:p>
        </p:txBody>
      </p:sp>
      <p:cxnSp>
        <p:nvCxnSpPr>
          <p:cNvPr id="17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67EFE14-972A-E042-9AC7-96927794BCBF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C31D231A-A2AC-064C-9424-6258718CD2C0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51ED9C9B-720A-B548-9799-4AAAA65DF13B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1" name="Marcador de texto 11">
            <a:extLst>
              <a:ext uri="{FF2B5EF4-FFF2-40B4-BE49-F238E27FC236}">
                <a16:creationId xmlns:a16="http://schemas.microsoft.com/office/drawing/2014/main" id="{93C3F5C3-9903-3249-B0C6-8BE7640C89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5" name="Marcador de texto 11">
            <a:extLst>
              <a:ext uri="{FF2B5EF4-FFF2-40B4-BE49-F238E27FC236}">
                <a16:creationId xmlns:a16="http://schemas.microsoft.com/office/drawing/2014/main" id="{D6FEA6F5-2BAF-ED40-A432-EF4AC9F62B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2149412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aculty profes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imagen 7"/>
          <p:cNvSpPr>
            <a:spLocks noGrp="1"/>
          </p:cNvSpPr>
          <p:nvPr>
            <p:ph type="pic" sz="quarter" idx="35" hasCustomPrompt="1"/>
          </p:nvPr>
        </p:nvSpPr>
        <p:spPr>
          <a:xfrm>
            <a:off x="1352363" y="2874170"/>
            <a:ext cx="2304000" cy="2052000"/>
          </a:xfrm>
          <a:prstGeom prst="ellipse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700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10" name="Marcador de imagen 7"/>
          <p:cNvSpPr>
            <a:spLocks noGrp="1"/>
          </p:cNvSpPr>
          <p:nvPr>
            <p:ph type="pic" sz="quarter" idx="36" hasCustomPrompt="1"/>
          </p:nvPr>
        </p:nvSpPr>
        <p:spPr>
          <a:xfrm>
            <a:off x="12335480" y="2874170"/>
            <a:ext cx="2304000" cy="2052000"/>
          </a:xfrm>
          <a:prstGeom prst="ellipse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700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11" name="Marcador de texto 11"/>
          <p:cNvSpPr>
            <a:spLocks noGrp="1"/>
          </p:cNvSpPr>
          <p:nvPr>
            <p:ph type="body" sz="quarter" idx="40" hasCustomPrompt="1"/>
          </p:nvPr>
        </p:nvSpPr>
        <p:spPr>
          <a:xfrm>
            <a:off x="1352363" y="5872502"/>
            <a:ext cx="4616753" cy="2543277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180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10pt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41" hasCustomPrompt="1"/>
          </p:nvPr>
        </p:nvSpPr>
        <p:spPr>
          <a:xfrm>
            <a:off x="1352368" y="5237381"/>
            <a:ext cx="4616750" cy="41490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32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16pt</a:t>
            </a:r>
          </a:p>
        </p:txBody>
      </p:sp>
      <p:sp>
        <p:nvSpPr>
          <p:cNvPr id="13" name="Marcador de texto 11"/>
          <p:cNvSpPr>
            <a:spLocks noGrp="1"/>
          </p:cNvSpPr>
          <p:nvPr>
            <p:ph type="body" sz="quarter" idx="42" hasCustomPrompt="1"/>
          </p:nvPr>
        </p:nvSpPr>
        <p:spPr>
          <a:xfrm>
            <a:off x="12312650" y="5872502"/>
            <a:ext cx="4616753" cy="2543277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180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10pt</a:t>
            </a:r>
          </a:p>
        </p:txBody>
      </p:sp>
      <p:sp>
        <p:nvSpPr>
          <p:cNvPr id="14" name="Marcador de texto 11"/>
          <p:cNvSpPr>
            <a:spLocks noGrp="1"/>
          </p:cNvSpPr>
          <p:nvPr>
            <p:ph type="body" sz="quarter" idx="43" hasCustomPrompt="1"/>
          </p:nvPr>
        </p:nvSpPr>
        <p:spPr>
          <a:xfrm>
            <a:off x="12312656" y="5237381"/>
            <a:ext cx="4616750" cy="41490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32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16pt</a:t>
            </a:r>
          </a:p>
        </p:txBody>
      </p:sp>
      <p:sp>
        <p:nvSpPr>
          <p:cNvPr id="15" name="Marcador de imagen 7"/>
          <p:cNvSpPr>
            <a:spLocks noGrp="1"/>
          </p:cNvSpPr>
          <p:nvPr>
            <p:ph type="pic" sz="quarter" idx="44" hasCustomPrompt="1"/>
          </p:nvPr>
        </p:nvSpPr>
        <p:spPr>
          <a:xfrm>
            <a:off x="6813779" y="2874170"/>
            <a:ext cx="2304000" cy="2052000"/>
          </a:xfrm>
          <a:prstGeom prst="ellipse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700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16" name="Marcador de texto 11"/>
          <p:cNvSpPr>
            <a:spLocks noGrp="1"/>
          </p:cNvSpPr>
          <p:nvPr>
            <p:ph type="body" sz="quarter" idx="45" hasCustomPrompt="1"/>
          </p:nvPr>
        </p:nvSpPr>
        <p:spPr>
          <a:xfrm>
            <a:off x="6769687" y="5872502"/>
            <a:ext cx="4616753" cy="2543277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180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10pt</a:t>
            </a:r>
          </a:p>
        </p:txBody>
      </p:sp>
      <p:sp>
        <p:nvSpPr>
          <p:cNvPr id="17" name="Marcador de texto 11"/>
          <p:cNvSpPr>
            <a:spLocks noGrp="1"/>
          </p:cNvSpPr>
          <p:nvPr>
            <p:ph type="body" sz="quarter" idx="46" hasCustomPrompt="1"/>
          </p:nvPr>
        </p:nvSpPr>
        <p:spPr>
          <a:xfrm>
            <a:off x="6769693" y="5237381"/>
            <a:ext cx="4616750" cy="41490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32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16pt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78DC10D-21C2-0B47-876E-7DD5D091024D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C8D725D2-A332-E94E-90C9-9D4ADAB34EE6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D9885667-4BB8-F14E-AA30-F8983A5FA817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8" name="Marcador de texto 11">
            <a:extLst>
              <a:ext uri="{FF2B5EF4-FFF2-40B4-BE49-F238E27FC236}">
                <a16:creationId xmlns:a16="http://schemas.microsoft.com/office/drawing/2014/main" id="{B5DEA915-F254-F843-901D-296B93D714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9" name="Marcador de texto 11">
            <a:extLst>
              <a:ext uri="{FF2B5EF4-FFF2-40B4-BE49-F238E27FC236}">
                <a16:creationId xmlns:a16="http://schemas.microsoft.com/office/drawing/2014/main" id="{0DB6FBD6-0659-9E4A-BBE7-5FB66FEC33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1656180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68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aculty Profes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imagen 7"/>
          <p:cNvSpPr>
            <a:spLocks noGrp="1"/>
          </p:cNvSpPr>
          <p:nvPr>
            <p:ph type="pic" sz="quarter" idx="35" hasCustomPrompt="1"/>
          </p:nvPr>
        </p:nvSpPr>
        <p:spPr>
          <a:xfrm>
            <a:off x="1292075" y="2874170"/>
            <a:ext cx="2304000" cy="2052000"/>
          </a:xfrm>
          <a:prstGeom prst="ellipse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700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10" name="Marcador de texto 11"/>
          <p:cNvSpPr>
            <a:spLocks noGrp="1"/>
          </p:cNvSpPr>
          <p:nvPr>
            <p:ph type="body" sz="quarter" idx="42" hasCustomPrompt="1"/>
          </p:nvPr>
        </p:nvSpPr>
        <p:spPr>
          <a:xfrm>
            <a:off x="1295404" y="5957105"/>
            <a:ext cx="3449663" cy="305193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171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9,5pt</a:t>
            </a:r>
          </a:p>
        </p:txBody>
      </p:sp>
      <p:sp>
        <p:nvSpPr>
          <p:cNvPr id="11" name="Marcador de texto 11"/>
          <p:cNvSpPr>
            <a:spLocks noGrp="1"/>
          </p:cNvSpPr>
          <p:nvPr>
            <p:ph type="body" sz="quarter" idx="43" hasCustomPrompt="1"/>
          </p:nvPr>
        </p:nvSpPr>
        <p:spPr>
          <a:xfrm>
            <a:off x="1295405" y="5237381"/>
            <a:ext cx="3441026" cy="49788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32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16pt</a:t>
            </a:r>
          </a:p>
        </p:txBody>
      </p:sp>
      <p:sp>
        <p:nvSpPr>
          <p:cNvPr id="12" name="Marcador de imagen 7"/>
          <p:cNvSpPr>
            <a:spLocks noGrp="1"/>
          </p:cNvSpPr>
          <p:nvPr>
            <p:ph type="pic" sz="quarter" idx="44" hasCustomPrompt="1"/>
          </p:nvPr>
        </p:nvSpPr>
        <p:spPr>
          <a:xfrm>
            <a:off x="5347406" y="2874170"/>
            <a:ext cx="2304000" cy="2052000"/>
          </a:xfrm>
          <a:prstGeom prst="ellipse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700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13" name="Marcador de texto 11"/>
          <p:cNvSpPr>
            <a:spLocks noGrp="1"/>
          </p:cNvSpPr>
          <p:nvPr>
            <p:ph type="body" sz="quarter" idx="45" hasCustomPrompt="1"/>
          </p:nvPr>
        </p:nvSpPr>
        <p:spPr>
          <a:xfrm>
            <a:off x="5382782" y="5957105"/>
            <a:ext cx="3449663" cy="305193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171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9,5pt</a:t>
            </a:r>
          </a:p>
        </p:txBody>
      </p:sp>
      <p:sp>
        <p:nvSpPr>
          <p:cNvPr id="14" name="Marcador de texto 11"/>
          <p:cNvSpPr>
            <a:spLocks noGrp="1"/>
          </p:cNvSpPr>
          <p:nvPr>
            <p:ph type="body" sz="quarter" idx="46" hasCustomPrompt="1"/>
          </p:nvPr>
        </p:nvSpPr>
        <p:spPr>
          <a:xfrm>
            <a:off x="5382784" y="5237381"/>
            <a:ext cx="3441026" cy="49788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32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16pt</a:t>
            </a:r>
          </a:p>
        </p:txBody>
      </p:sp>
      <p:sp>
        <p:nvSpPr>
          <p:cNvPr id="15" name="Marcador de imagen 7"/>
          <p:cNvSpPr>
            <a:spLocks noGrp="1"/>
          </p:cNvSpPr>
          <p:nvPr>
            <p:ph type="pic" sz="quarter" idx="47" hasCustomPrompt="1"/>
          </p:nvPr>
        </p:nvSpPr>
        <p:spPr>
          <a:xfrm>
            <a:off x="9382643" y="2874170"/>
            <a:ext cx="2304000" cy="2052000"/>
          </a:xfrm>
          <a:prstGeom prst="ellipse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700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16" name="Marcador de texto 11"/>
          <p:cNvSpPr>
            <a:spLocks noGrp="1"/>
          </p:cNvSpPr>
          <p:nvPr>
            <p:ph type="body" sz="quarter" idx="48" hasCustomPrompt="1"/>
          </p:nvPr>
        </p:nvSpPr>
        <p:spPr>
          <a:xfrm>
            <a:off x="9363232" y="5957105"/>
            <a:ext cx="3449663" cy="305193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171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9,5pt</a:t>
            </a:r>
          </a:p>
        </p:txBody>
      </p:sp>
      <p:sp>
        <p:nvSpPr>
          <p:cNvPr id="17" name="Marcador de texto 11"/>
          <p:cNvSpPr>
            <a:spLocks noGrp="1"/>
          </p:cNvSpPr>
          <p:nvPr>
            <p:ph type="body" sz="quarter" idx="49" hasCustomPrompt="1"/>
          </p:nvPr>
        </p:nvSpPr>
        <p:spPr>
          <a:xfrm>
            <a:off x="9363232" y="5237381"/>
            <a:ext cx="3441026" cy="49788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32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16pt</a:t>
            </a:r>
          </a:p>
        </p:txBody>
      </p:sp>
      <p:sp>
        <p:nvSpPr>
          <p:cNvPr id="18" name="Marcador de imagen 7"/>
          <p:cNvSpPr>
            <a:spLocks noGrp="1"/>
          </p:cNvSpPr>
          <p:nvPr>
            <p:ph type="pic" sz="quarter" idx="50" hasCustomPrompt="1"/>
          </p:nvPr>
        </p:nvSpPr>
        <p:spPr>
          <a:xfrm>
            <a:off x="13458068" y="2874170"/>
            <a:ext cx="2304000" cy="2052000"/>
          </a:xfrm>
          <a:prstGeom prst="ellipse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700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19" name="Marcador de texto 11"/>
          <p:cNvSpPr>
            <a:spLocks noGrp="1"/>
          </p:cNvSpPr>
          <p:nvPr>
            <p:ph type="body" sz="quarter" idx="51" hasCustomPrompt="1"/>
          </p:nvPr>
        </p:nvSpPr>
        <p:spPr>
          <a:xfrm>
            <a:off x="13458070" y="5957105"/>
            <a:ext cx="3449663" cy="305193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171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9,5pt</a:t>
            </a:r>
          </a:p>
        </p:txBody>
      </p:sp>
      <p:sp>
        <p:nvSpPr>
          <p:cNvPr id="27" name="Marcador de texto 11"/>
          <p:cNvSpPr>
            <a:spLocks noGrp="1"/>
          </p:cNvSpPr>
          <p:nvPr>
            <p:ph type="body" sz="quarter" idx="52" hasCustomPrompt="1"/>
          </p:nvPr>
        </p:nvSpPr>
        <p:spPr>
          <a:xfrm>
            <a:off x="13458073" y="5237381"/>
            <a:ext cx="3441026" cy="49788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32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16pt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35F0824-CFBF-414D-8561-ED298A641E1E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F9F14537-E783-3F41-BB31-ACC1717E9152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63FBF4C6-8465-B94D-B100-0A9D68205390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20" name="Marcador de texto 11">
            <a:extLst>
              <a:ext uri="{FF2B5EF4-FFF2-40B4-BE49-F238E27FC236}">
                <a16:creationId xmlns:a16="http://schemas.microsoft.com/office/drawing/2014/main" id="{60703DEF-0872-704C-ACED-9E66BC692BB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24" name="Marcador de texto 11">
            <a:extLst>
              <a:ext uri="{FF2B5EF4-FFF2-40B4-BE49-F238E27FC236}">
                <a16:creationId xmlns:a16="http://schemas.microsoft.com/office/drawing/2014/main" id="{E84D7025-E270-B545-B9B7-8857F54C6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725878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D340953-3411-5240-BA98-8DED2F887EC2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467CFA01-80C5-1A4A-800A-7F27FAB8262C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445E2903-6FA4-2042-B868-AFDE4D7DC2C1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pic>
        <p:nvPicPr>
          <p:cNvPr id="3" name="Imagen 2" descr="Patrón de fondo&#10;&#10;Descripción generada automáticamente con confianza media">
            <a:extLst>
              <a:ext uri="{FF2B5EF4-FFF2-40B4-BE49-F238E27FC236}">
                <a16:creationId xmlns:a16="http://schemas.microsoft.com/office/drawing/2014/main" id="{4575ACB4-CDDD-9C4A-89CB-B9A128AAE2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30680" y="2163126"/>
            <a:ext cx="14097000" cy="7452360"/>
          </a:xfrm>
          <a:prstGeom prst="rect">
            <a:avLst/>
          </a:prstGeom>
        </p:spPr>
      </p:pic>
      <p:sp>
        <p:nvSpPr>
          <p:cNvPr id="9" name="Marcador de texto 11">
            <a:extLst>
              <a:ext uri="{FF2B5EF4-FFF2-40B4-BE49-F238E27FC236}">
                <a16:creationId xmlns:a16="http://schemas.microsoft.com/office/drawing/2014/main" id="{A7AAD66D-668E-124D-910E-0AC9604713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0" name="Marcador de texto 11">
            <a:extLst>
              <a:ext uri="{FF2B5EF4-FFF2-40B4-BE49-F238E27FC236}">
                <a16:creationId xmlns:a16="http://schemas.microsoft.com/office/drawing/2014/main" id="{5E8D6E4C-7C3E-8B4F-9590-200D807397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872026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texto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7553" y="2891096"/>
            <a:ext cx="8145173" cy="5290568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88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Roboto 16/18pt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EB5EB8D-81D2-464D-8445-CB1A91B2826E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" pitchFamily="2" charset="0"/>
              <a:ea typeface="Arial" charset="0"/>
              <a:cs typeface="Arial" charset="0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9A417EA9-7FCB-0846-8AD1-58F828519D52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" pitchFamily="2" charset="0"/>
              <a:ea typeface="Arial" charset="0"/>
              <a:cs typeface="Arial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66B2FB3C-7502-2A44-8E98-3244CB920E99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0" name="Marcador de texto 11">
            <a:extLst>
              <a:ext uri="{FF2B5EF4-FFF2-40B4-BE49-F238E27FC236}">
                <a16:creationId xmlns:a16="http://schemas.microsoft.com/office/drawing/2014/main" id="{A4A971E1-BB49-DA48-ABAD-E3C778B6790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1" name="Marcador de texto 11">
            <a:extLst>
              <a:ext uri="{FF2B5EF4-FFF2-40B4-BE49-F238E27FC236}">
                <a16:creationId xmlns:a16="http://schemas.microsoft.com/office/drawing/2014/main" id="{39C5BD52-7438-E041-91F3-76B9181000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3989214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1"/>
          <p:cNvSpPr>
            <a:spLocks noGrp="1"/>
          </p:cNvSpPr>
          <p:nvPr>
            <p:ph type="body" sz="quarter" idx="18" hasCustomPrompt="1"/>
          </p:nvPr>
        </p:nvSpPr>
        <p:spPr>
          <a:xfrm>
            <a:off x="11953880" y="2896783"/>
            <a:ext cx="717551" cy="1084706"/>
          </a:xfrm>
          <a:prstGeom prst="rect">
            <a:avLst/>
          </a:prstGeom>
        </p:spPr>
        <p:txBody>
          <a:bodyPr vert="horz" wrap="none" lIns="0" tIns="0" rIns="0" bIns="0"/>
          <a:lstStyle>
            <a:lvl1pPr marL="0" marR="0" indent="0" algn="l" defTabSz="822960" rtl="0" eaLnBrk="1" fontAlgn="auto" latinLnBrk="0" hangingPunct="1">
              <a:lnSpc>
                <a:spcPts val="81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8100" b="1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3</a:t>
            </a: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9" hasCustomPrompt="1"/>
          </p:nvPr>
        </p:nvSpPr>
        <p:spPr>
          <a:xfrm>
            <a:off x="1495988" y="2896781"/>
            <a:ext cx="4479366" cy="631860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34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13pt</a:t>
            </a:r>
          </a:p>
        </p:txBody>
      </p:sp>
      <p:sp>
        <p:nvSpPr>
          <p:cNvPr id="13" name="Marcador de texto 11"/>
          <p:cNvSpPr>
            <a:spLocks noGrp="1"/>
          </p:cNvSpPr>
          <p:nvPr>
            <p:ph type="body" sz="quarter" idx="20" hasCustomPrompt="1"/>
          </p:nvPr>
        </p:nvSpPr>
        <p:spPr>
          <a:xfrm>
            <a:off x="7079877" y="2896781"/>
            <a:ext cx="4479366" cy="631860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34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13pt</a:t>
            </a:r>
          </a:p>
        </p:txBody>
      </p:sp>
      <p:sp>
        <p:nvSpPr>
          <p:cNvPr id="14" name="Marcador de texto 11"/>
          <p:cNvSpPr>
            <a:spLocks noGrp="1"/>
          </p:cNvSpPr>
          <p:nvPr>
            <p:ph type="body" sz="quarter" idx="21" hasCustomPrompt="1"/>
          </p:nvPr>
        </p:nvSpPr>
        <p:spPr>
          <a:xfrm>
            <a:off x="12754533" y="2896781"/>
            <a:ext cx="4479366" cy="631860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340" b="0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Text 13pt</a:t>
            </a:r>
          </a:p>
        </p:txBody>
      </p:sp>
      <p:sp>
        <p:nvSpPr>
          <p:cNvPr id="15" name="Marcador de texto 11"/>
          <p:cNvSpPr>
            <a:spLocks noGrp="1"/>
          </p:cNvSpPr>
          <p:nvPr>
            <p:ph type="body" sz="quarter" idx="22" hasCustomPrompt="1"/>
          </p:nvPr>
        </p:nvSpPr>
        <p:spPr>
          <a:xfrm>
            <a:off x="6281639" y="2896783"/>
            <a:ext cx="717551" cy="1084706"/>
          </a:xfrm>
          <a:prstGeom prst="rect">
            <a:avLst/>
          </a:prstGeom>
        </p:spPr>
        <p:txBody>
          <a:bodyPr vert="horz" wrap="none" lIns="0" tIns="0" rIns="0" bIns="0"/>
          <a:lstStyle>
            <a:lvl1pPr marL="0" marR="0" indent="0" algn="l" defTabSz="822960" rtl="0" eaLnBrk="1" fontAlgn="auto" latinLnBrk="0" hangingPunct="1">
              <a:lnSpc>
                <a:spcPts val="81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8100" b="1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2</a:t>
            </a:r>
          </a:p>
        </p:txBody>
      </p:sp>
      <p:sp>
        <p:nvSpPr>
          <p:cNvPr id="16" name="Marcador de texto 11"/>
          <p:cNvSpPr>
            <a:spLocks noGrp="1"/>
          </p:cNvSpPr>
          <p:nvPr>
            <p:ph type="body" sz="quarter" idx="23" hasCustomPrompt="1"/>
          </p:nvPr>
        </p:nvSpPr>
        <p:spPr>
          <a:xfrm>
            <a:off x="717556" y="2896783"/>
            <a:ext cx="717551" cy="1084706"/>
          </a:xfrm>
          <a:prstGeom prst="rect">
            <a:avLst/>
          </a:prstGeom>
        </p:spPr>
        <p:txBody>
          <a:bodyPr vert="horz" wrap="none" lIns="0" tIns="0" rIns="0" bIns="0"/>
          <a:lstStyle>
            <a:lvl1pPr marL="0" marR="0" indent="0" algn="l" defTabSz="822960" rtl="0" eaLnBrk="1" fontAlgn="auto" latinLnBrk="0" hangingPunct="1">
              <a:lnSpc>
                <a:spcPts val="81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8100" b="1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66690C9-4136-4A47-9634-438C0A2CA3CC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" pitchFamily="2" charset="0"/>
              <a:ea typeface="Arial" charset="0"/>
              <a:cs typeface="Arial" charset="0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65C528C9-DAB8-2541-90ED-DD159FD688B2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" pitchFamily="2" charset="0"/>
              <a:ea typeface="Arial" charset="0"/>
              <a:cs typeface="Arial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C57424AD-B98E-D042-8C11-B59F20EB60F9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7" name="Marcador de texto 11">
            <a:extLst>
              <a:ext uri="{FF2B5EF4-FFF2-40B4-BE49-F238E27FC236}">
                <a16:creationId xmlns:a16="http://schemas.microsoft.com/office/drawing/2014/main" id="{9E7674ED-2836-2749-BA72-1572BFD9BF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8" name="Marcador de texto 11">
            <a:extLst>
              <a:ext uri="{FF2B5EF4-FFF2-40B4-BE49-F238E27FC236}">
                <a16:creationId xmlns:a16="http://schemas.microsoft.com/office/drawing/2014/main" id="{92465E9D-1594-8649-8D9F-D39C1FF713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2057181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-text-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1"/>
          <p:cNvSpPr>
            <a:spLocks noGrp="1"/>
          </p:cNvSpPr>
          <p:nvPr>
            <p:ph type="body" sz="quarter" idx="18" hasCustomPrompt="1"/>
          </p:nvPr>
        </p:nvSpPr>
        <p:spPr>
          <a:xfrm>
            <a:off x="11953880" y="2896783"/>
            <a:ext cx="717551" cy="1084706"/>
          </a:xfrm>
          <a:prstGeom prst="rect">
            <a:avLst/>
          </a:prstGeom>
        </p:spPr>
        <p:txBody>
          <a:bodyPr vert="horz" wrap="none" lIns="0" tIns="0" rIns="0" bIns="0"/>
          <a:lstStyle>
            <a:lvl1pPr marL="0" marR="0" indent="0" algn="l" defTabSz="822960" rtl="0" eaLnBrk="1" fontAlgn="auto" latinLnBrk="0" hangingPunct="1">
              <a:lnSpc>
                <a:spcPts val="81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8100" b="1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3</a:t>
            </a:r>
          </a:p>
        </p:txBody>
      </p:sp>
      <p:sp>
        <p:nvSpPr>
          <p:cNvPr id="15" name="Marcador de texto 11"/>
          <p:cNvSpPr>
            <a:spLocks noGrp="1"/>
          </p:cNvSpPr>
          <p:nvPr>
            <p:ph type="body" sz="quarter" idx="22" hasCustomPrompt="1"/>
          </p:nvPr>
        </p:nvSpPr>
        <p:spPr>
          <a:xfrm>
            <a:off x="6281639" y="2896783"/>
            <a:ext cx="717551" cy="1084706"/>
          </a:xfrm>
          <a:prstGeom prst="rect">
            <a:avLst/>
          </a:prstGeom>
        </p:spPr>
        <p:txBody>
          <a:bodyPr vert="horz" wrap="none" lIns="0" tIns="0" rIns="0" bIns="0"/>
          <a:lstStyle>
            <a:lvl1pPr marL="0" marR="0" indent="0" algn="l" defTabSz="822960" rtl="0" eaLnBrk="1" fontAlgn="auto" latinLnBrk="0" hangingPunct="1">
              <a:lnSpc>
                <a:spcPts val="81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8100" b="1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2</a:t>
            </a:r>
          </a:p>
        </p:txBody>
      </p:sp>
      <p:sp>
        <p:nvSpPr>
          <p:cNvPr id="16" name="Marcador de texto 11"/>
          <p:cNvSpPr>
            <a:spLocks noGrp="1"/>
          </p:cNvSpPr>
          <p:nvPr>
            <p:ph type="body" sz="quarter" idx="23" hasCustomPrompt="1"/>
          </p:nvPr>
        </p:nvSpPr>
        <p:spPr>
          <a:xfrm>
            <a:off x="717556" y="2896783"/>
            <a:ext cx="717551" cy="1084706"/>
          </a:xfrm>
          <a:prstGeom prst="rect">
            <a:avLst/>
          </a:prstGeom>
        </p:spPr>
        <p:txBody>
          <a:bodyPr vert="horz" wrap="none" lIns="0" tIns="0" rIns="0" bIns="0"/>
          <a:lstStyle>
            <a:lvl1pPr marL="0" marR="0" indent="0" algn="l" defTabSz="822960" rtl="0" eaLnBrk="1" fontAlgn="auto" latinLnBrk="0" hangingPunct="1">
              <a:lnSpc>
                <a:spcPts val="81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8100" b="1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1</a:t>
            </a:r>
          </a:p>
        </p:txBody>
      </p:sp>
      <p:sp>
        <p:nvSpPr>
          <p:cNvPr id="19" name="Marcador de texto 3"/>
          <p:cNvSpPr>
            <a:spLocks noGrp="1"/>
          </p:cNvSpPr>
          <p:nvPr>
            <p:ph type="body" sz="quarter" idx="24" hasCustomPrompt="1"/>
          </p:nvPr>
        </p:nvSpPr>
        <p:spPr>
          <a:xfrm>
            <a:off x="1581965" y="3682998"/>
            <a:ext cx="4243104" cy="5537202"/>
          </a:xfrm>
          <a:prstGeom prst="rect">
            <a:avLst/>
          </a:prstGeom>
        </p:spPr>
        <p:txBody>
          <a:bodyPr/>
          <a:lstStyle>
            <a:lvl1pPr marL="324000" indent="-324000">
              <a:spcBef>
                <a:spcPts val="540"/>
              </a:spcBef>
              <a:buClr>
                <a:schemeClr val="accent2"/>
              </a:buClr>
              <a:buFont typeface="Wingdings" charset="2"/>
              <a:buChar char="§"/>
              <a:defRPr sz="2340" baseline="0">
                <a:latin typeface="Roboto" pitchFamily="2" charset="0"/>
                <a:ea typeface="Arial" charset="0"/>
                <a:cs typeface="Arial" charset="0"/>
              </a:defRPr>
            </a:lvl1pPr>
            <a:lvl2pPr marL="822960" indent="0">
              <a:buClr>
                <a:schemeClr val="accent2"/>
              </a:buClr>
              <a:buFont typeface="Courier New"/>
              <a:buNone/>
              <a:defRPr sz="2520"/>
            </a:lvl2pPr>
            <a:lvl3pPr marL="1645920" indent="0">
              <a:buNone/>
              <a:defRPr sz="2520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</a:lstStyle>
          <a:p>
            <a:pPr lvl="0"/>
            <a:r>
              <a:rPr lang="en-GB" noProof="1"/>
              <a:t>Text Roboto 13pt – bulleted list</a:t>
            </a:r>
          </a:p>
        </p:txBody>
      </p:sp>
      <p:sp>
        <p:nvSpPr>
          <p:cNvPr id="28" name="Marcador de texto 3"/>
          <p:cNvSpPr>
            <a:spLocks noGrp="1"/>
          </p:cNvSpPr>
          <p:nvPr>
            <p:ph type="body" sz="quarter" idx="27" hasCustomPrompt="1"/>
          </p:nvPr>
        </p:nvSpPr>
        <p:spPr>
          <a:xfrm>
            <a:off x="1581965" y="2921000"/>
            <a:ext cx="4243104" cy="63500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540"/>
              </a:spcBef>
              <a:buClr>
                <a:schemeClr val="accent2"/>
              </a:buClr>
              <a:buFont typeface="Wingdings" charset="2"/>
              <a:buNone/>
              <a:defRPr sz="2880" b="1" baseline="0">
                <a:latin typeface="Roboto" pitchFamily="2" charset="0"/>
                <a:ea typeface="Arial" charset="0"/>
                <a:cs typeface="Arial" charset="0"/>
              </a:defRPr>
            </a:lvl1pPr>
            <a:lvl2pPr>
              <a:defRPr sz="2520"/>
            </a:lvl2pPr>
            <a:lvl3pPr>
              <a:defRPr sz="2520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</a:lstStyle>
          <a:p>
            <a:pPr lvl="0"/>
            <a:r>
              <a:rPr lang="en-GB" noProof="1"/>
              <a:t>Text 16pt bold</a:t>
            </a:r>
          </a:p>
        </p:txBody>
      </p:sp>
      <p:sp>
        <p:nvSpPr>
          <p:cNvPr id="29" name="Marcador de texto 3"/>
          <p:cNvSpPr>
            <a:spLocks noGrp="1"/>
          </p:cNvSpPr>
          <p:nvPr>
            <p:ph type="body" sz="quarter" idx="28" hasCustomPrompt="1"/>
          </p:nvPr>
        </p:nvSpPr>
        <p:spPr>
          <a:xfrm>
            <a:off x="7136099" y="2921000"/>
            <a:ext cx="4243104" cy="63500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540"/>
              </a:spcBef>
              <a:buClr>
                <a:schemeClr val="accent2"/>
              </a:buClr>
              <a:buFont typeface="Wingdings" charset="2"/>
              <a:buNone/>
              <a:defRPr sz="2880" b="1" baseline="0">
                <a:latin typeface="Roboto" pitchFamily="2" charset="0"/>
                <a:ea typeface="Arial" charset="0"/>
                <a:cs typeface="Arial" charset="0"/>
              </a:defRPr>
            </a:lvl1pPr>
            <a:lvl2pPr>
              <a:defRPr sz="2520"/>
            </a:lvl2pPr>
            <a:lvl3pPr>
              <a:defRPr sz="2520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</a:lstStyle>
          <a:p>
            <a:pPr lvl="0"/>
            <a:r>
              <a:rPr lang="en-GB" noProof="1"/>
              <a:t>Text 16pt bold</a:t>
            </a:r>
          </a:p>
        </p:txBody>
      </p:sp>
      <p:sp>
        <p:nvSpPr>
          <p:cNvPr id="30" name="Marcador de texto 3"/>
          <p:cNvSpPr>
            <a:spLocks noGrp="1"/>
          </p:cNvSpPr>
          <p:nvPr>
            <p:ph type="body" sz="quarter" idx="29" hasCustomPrompt="1"/>
          </p:nvPr>
        </p:nvSpPr>
        <p:spPr>
          <a:xfrm>
            <a:off x="12791832" y="2921000"/>
            <a:ext cx="4243104" cy="63500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540"/>
              </a:spcBef>
              <a:buClr>
                <a:schemeClr val="accent2"/>
              </a:buClr>
              <a:buFont typeface="Wingdings" charset="2"/>
              <a:buNone/>
              <a:defRPr sz="2880" b="1" baseline="0">
                <a:latin typeface="Roboto" pitchFamily="2" charset="0"/>
                <a:ea typeface="Arial" charset="0"/>
                <a:cs typeface="Arial" charset="0"/>
              </a:defRPr>
            </a:lvl1pPr>
            <a:lvl2pPr>
              <a:defRPr sz="2520"/>
            </a:lvl2pPr>
            <a:lvl3pPr>
              <a:defRPr sz="2520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</a:lstStyle>
          <a:p>
            <a:pPr lvl="0"/>
            <a:r>
              <a:rPr lang="en-GB" noProof="1"/>
              <a:t>Text 16pt bold</a:t>
            </a:r>
          </a:p>
        </p:txBody>
      </p:sp>
      <p:sp>
        <p:nvSpPr>
          <p:cNvPr id="20" name="Marcador de texto 3"/>
          <p:cNvSpPr>
            <a:spLocks noGrp="1"/>
          </p:cNvSpPr>
          <p:nvPr>
            <p:ph type="body" sz="quarter" idx="31" hasCustomPrompt="1"/>
          </p:nvPr>
        </p:nvSpPr>
        <p:spPr>
          <a:xfrm>
            <a:off x="7163214" y="3682998"/>
            <a:ext cx="4243104" cy="5537202"/>
          </a:xfrm>
          <a:prstGeom prst="rect">
            <a:avLst/>
          </a:prstGeom>
        </p:spPr>
        <p:txBody>
          <a:bodyPr/>
          <a:lstStyle>
            <a:lvl1pPr marL="324000" indent="-324000">
              <a:spcBef>
                <a:spcPts val="540"/>
              </a:spcBef>
              <a:buClr>
                <a:schemeClr val="accent2"/>
              </a:buClr>
              <a:buFont typeface="Wingdings" charset="2"/>
              <a:buChar char="§"/>
              <a:defRPr sz="2340" baseline="0">
                <a:latin typeface="Roboto" pitchFamily="2" charset="0"/>
                <a:ea typeface="Arial" charset="0"/>
                <a:cs typeface="Arial" charset="0"/>
              </a:defRPr>
            </a:lvl1pPr>
            <a:lvl2pPr marL="822960" indent="0">
              <a:buClr>
                <a:schemeClr val="accent2"/>
              </a:buClr>
              <a:buFont typeface="Courier New"/>
              <a:buNone/>
              <a:defRPr sz="2520"/>
            </a:lvl2pPr>
            <a:lvl3pPr marL="1645920" indent="0">
              <a:buNone/>
              <a:defRPr sz="2520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</a:lstStyle>
          <a:p>
            <a:pPr lvl="0"/>
            <a:r>
              <a:rPr lang="en-GB" noProof="1"/>
              <a:t>Text Roboto 13pt – bulleted list</a:t>
            </a:r>
          </a:p>
        </p:txBody>
      </p:sp>
      <p:sp>
        <p:nvSpPr>
          <p:cNvPr id="21" name="Marcador de texto 3"/>
          <p:cNvSpPr>
            <a:spLocks noGrp="1"/>
          </p:cNvSpPr>
          <p:nvPr>
            <p:ph type="body" sz="quarter" idx="32" hasCustomPrompt="1"/>
          </p:nvPr>
        </p:nvSpPr>
        <p:spPr>
          <a:xfrm>
            <a:off x="12807176" y="3682998"/>
            <a:ext cx="4243104" cy="5537202"/>
          </a:xfrm>
          <a:prstGeom prst="rect">
            <a:avLst/>
          </a:prstGeom>
        </p:spPr>
        <p:txBody>
          <a:bodyPr/>
          <a:lstStyle>
            <a:lvl1pPr marL="324000" indent="-324000">
              <a:spcBef>
                <a:spcPts val="540"/>
              </a:spcBef>
              <a:buClr>
                <a:schemeClr val="accent2"/>
              </a:buClr>
              <a:buFont typeface="Wingdings" charset="2"/>
              <a:buChar char="§"/>
              <a:defRPr sz="2340" baseline="0">
                <a:latin typeface="Roboto" pitchFamily="2" charset="0"/>
                <a:ea typeface="Arial" charset="0"/>
                <a:cs typeface="Arial" charset="0"/>
              </a:defRPr>
            </a:lvl1pPr>
            <a:lvl2pPr marL="822960" indent="0">
              <a:buClr>
                <a:schemeClr val="accent2"/>
              </a:buClr>
              <a:buFont typeface="Courier New"/>
              <a:buNone/>
              <a:defRPr sz="2520"/>
            </a:lvl2pPr>
            <a:lvl3pPr marL="1645920" indent="0">
              <a:buNone/>
              <a:defRPr sz="2520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</a:lstStyle>
          <a:p>
            <a:pPr lvl="0"/>
            <a:r>
              <a:rPr lang="en-GB" noProof="1"/>
              <a:t>Text Roboto 13pt – bulleted list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2864CD6-FF1D-A34E-9BE8-E07311F1EF0A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" pitchFamily="2" charset="0"/>
              <a:ea typeface="Arial" charset="0"/>
              <a:cs typeface="Arial" charset="0"/>
            </a:endParaRP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C5AC29E8-8945-2042-8FE3-8F247C03B523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" pitchFamily="2" charset="0"/>
              <a:ea typeface="Arial" charset="0"/>
              <a:cs typeface="Arial" charset="0"/>
            </a:endParaRP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8DD0FDE4-DD2E-E14C-A4E4-F2435774493E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7" name="Marcador de texto 11">
            <a:extLst>
              <a:ext uri="{FF2B5EF4-FFF2-40B4-BE49-F238E27FC236}">
                <a16:creationId xmlns:a16="http://schemas.microsoft.com/office/drawing/2014/main" id="{E960957B-1111-B84E-B034-1ECD5D72C1B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8" name="Marcador de texto 11">
            <a:extLst>
              <a:ext uri="{FF2B5EF4-FFF2-40B4-BE49-F238E27FC236}">
                <a16:creationId xmlns:a16="http://schemas.microsoft.com/office/drawing/2014/main" id="{F9C70E05-9ED9-9143-86F0-33136A9686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3306486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-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1">
            <a:extLst>
              <a:ext uri="{FF2B5EF4-FFF2-40B4-BE49-F238E27FC236}">
                <a16:creationId xmlns:a16="http://schemas.microsoft.com/office/drawing/2014/main" id="{BEE15B87-6E79-1543-B6C8-2778E53584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5" name="Marcador de texto 11">
            <a:extLst>
              <a:ext uri="{FF2B5EF4-FFF2-40B4-BE49-F238E27FC236}">
                <a16:creationId xmlns:a16="http://schemas.microsoft.com/office/drawing/2014/main" id="{9C0259DF-8E1A-DD40-B376-3F41C7DBF2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2352167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DCE4B8FB-DD90-CD4D-BD0F-1E189E8A8281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DDFCC100-B684-F64C-BA6E-9B9319C72812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EA4CA815-B2FC-1E45-954A-87F762B83E2F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5ADC51E2-9B81-704B-8BAD-A3B58C69E1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5" name="Marcador de texto 11">
            <a:extLst>
              <a:ext uri="{FF2B5EF4-FFF2-40B4-BE49-F238E27FC236}">
                <a16:creationId xmlns:a16="http://schemas.microsoft.com/office/drawing/2014/main" id="{15551DC5-53F8-924D-877E-8A9E9C138F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730708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Content Placeholder 5"/>
          <p:cNvGraphicFramePr>
            <a:graphicFrameLocks/>
          </p:cNvGraphicFramePr>
          <p:nvPr userDrawn="1"/>
        </p:nvGraphicFramePr>
        <p:xfrm>
          <a:off x="2645952" y="3365500"/>
          <a:ext cx="6914784" cy="4673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683A458-1BB8-824D-9DE3-2E3C5CDE8D70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FC456CA9-AB7D-A446-85AE-DF6DAB366451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4B469B4E-E3C6-6B42-A224-67C024684836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9" name="Marcador de texto 11">
            <a:extLst>
              <a:ext uri="{FF2B5EF4-FFF2-40B4-BE49-F238E27FC236}">
                <a16:creationId xmlns:a16="http://schemas.microsoft.com/office/drawing/2014/main" id="{99E020E0-5F59-8F41-8385-7C1A9E9C5F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49682F82-3E8E-104D-AA86-9E526ED4BA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1913816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70"/>
          <p:cNvGrpSpPr/>
          <p:nvPr userDrawn="1"/>
        </p:nvGrpSpPr>
        <p:grpSpPr>
          <a:xfrm>
            <a:off x="2293171" y="3302000"/>
            <a:ext cx="5433041" cy="4751273"/>
            <a:chOff x="6361113" y="1190625"/>
            <a:chExt cx="4470400" cy="4476750"/>
          </a:xfrm>
        </p:grpSpPr>
        <p:sp>
          <p:nvSpPr>
            <p:cNvPr id="25" name="Freeform 72"/>
            <p:cNvSpPr>
              <a:spLocks/>
            </p:cNvSpPr>
            <p:nvPr/>
          </p:nvSpPr>
          <p:spPr bwMode="auto">
            <a:xfrm>
              <a:off x="6361113" y="1190625"/>
              <a:ext cx="4470400" cy="4476750"/>
            </a:xfrm>
            <a:custGeom>
              <a:avLst/>
              <a:gdLst>
                <a:gd name="T0" fmla="*/ 397 w 397"/>
                <a:gd name="T1" fmla="*/ 199 h 397"/>
                <a:gd name="T2" fmla="*/ 199 w 397"/>
                <a:gd name="T3" fmla="*/ 397 h 397"/>
                <a:gd name="T4" fmla="*/ 0 w 397"/>
                <a:gd name="T5" fmla="*/ 199 h 397"/>
                <a:gd name="T6" fmla="*/ 200 w 397"/>
                <a:gd name="T7" fmla="*/ 0 h 397"/>
                <a:gd name="T8" fmla="*/ 397 w 397"/>
                <a:gd name="T9" fmla="*/ 19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7" h="397">
                  <a:moveTo>
                    <a:pt x="397" y="199"/>
                  </a:moveTo>
                  <a:cubicBezTo>
                    <a:pt x="397" y="308"/>
                    <a:pt x="308" y="397"/>
                    <a:pt x="199" y="397"/>
                  </a:cubicBezTo>
                  <a:cubicBezTo>
                    <a:pt x="89" y="397"/>
                    <a:pt x="0" y="308"/>
                    <a:pt x="0" y="199"/>
                  </a:cubicBezTo>
                  <a:cubicBezTo>
                    <a:pt x="0" y="89"/>
                    <a:pt x="90" y="0"/>
                    <a:pt x="200" y="0"/>
                  </a:cubicBezTo>
                  <a:cubicBezTo>
                    <a:pt x="309" y="0"/>
                    <a:pt x="397" y="89"/>
                    <a:pt x="397" y="199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26" name="Line 6"/>
            <p:cNvSpPr>
              <a:spLocks noChangeShapeType="1"/>
            </p:cNvSpPr>
            <p:nvPr/>
          </p:nvSpPr>
          <p:spPr bwMode="auto">
            <a:xfrm flipV="1">
              <a:off x="6664326" y="3389313"/>
              <a:ext cx="1949450" cy="293688"/>
            </a:xfrm>
            <a:prstGeom prst="line">
              <a:avLst/>
            </a:prstGeom>
            <a:noFill/>
            <a:ln w="11113" cap="flat">
              <a:solidFill>
                <a:srgbClr val="2D008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>
              <a:off x="8613776" y="3389313"/>
              <a:ext cx="1430338" cy="395288"/>
            </a:xfrm>
            <a:prstGeom prst="line">
              <a:avLst/>
            </a:prstGeom>
            <a:noFill/>
            <a:ln w="11113" cap="flat">
              <a:solidFill>
                <a:srgbClr val="2D008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28" name="Freeform 75"/>
            <p:cNvSpPr>
              <a:spLocks/>
            </p:cNvSpPr>
            <p:nvPr/>
          </p:nvSpPr>
          <p:spPr bwMode="auto">
            <a:xfrm>
              <a:off x="6664326" y="1190625"/>
              <a:ext cx="1949450" cy="2492375"/>
            </a:xfrm>
            <a:custGeom>
              <a:avLst/>
              <a:gdLst>
                <a:gd name="T0" fmla="*/ 0 w 173"/>
                <a:gd name="T1" fmla="*/ 221 h 221"/>
                <a:gd name="T2" fmla="*/ 173 w 173"/>
                <a:gd name="T3" fmla="*/ 0 h 221"/>
                <a:gd name="T4" fmla="*/ 173 w 173"/>
                <a:gd name="T5" fmla="*/ 195 h 221"/>
                <a:gd name="T6" fmla="*/ 0 w 173"/>
                <a:gd name="T7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221">
                  <a:moveTo>
                    <a:pt x="0" y="221"/>
                  </a:moveTo>
                  <a:cubicBezTo>
                    <a:pt x="0" y="111"/>
                    <a:pt x="82" y="0"/>
                    <a:pt x="173" y="0"/>
                  </a:cubicBezTo>
                  <a:cubicBezTo>
                    <a:pt x="173" y="195"/>
                    <a:pt x="173" y="195"/>
                    <a:pt x="173" y="195"/>
                  </a:cubicBezTo>
                  <a:lnTo>
                    <a:pt x="0" y="22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29" name="Freeform 77"/>
            <p:cNvSpPr>
              <a:spLocks/>
            </p:cNvSpPr>
            <p:nvPr/>
          </p:nvSpPr>
          <p:spPr bwMode="auto">
            <a:xfrm>
              <a:off x="7132735" y="1709931"/>
              <a:ext cx="1498600" cy="1939924"/>
            </a:xfrm>
            <a:custGeom>
              <a:avLst/>
              <a:gdLst>
                <a:gd name="T0" fmla="*/ 0 w 133"/>
                <a:gd name="T1" fmla="*/ 172 h 172"/>
                <a:gd name="T2" fmla="*/ 133 w 133"/>
                <a:gd name="T3" fmla="*/ 0 h 172"/>
                <a:gd name="T4" fmla="*/ 133 w 133"/>
                <a:gd name="T5" fmla="*/ 152 h 172"/>
                <a:gd name="T6" fmla="*/ 0 w 133"/>
                <a:gd name="T7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" h="172">
                  <a:moveTo>
                    <a:pt x="0" y="172"/>
                  </a:moveTo>
                  <a:cubicBezTo>
                    <a:pt x="0" y="87"/>
                    <a:pt x="63" y="0"/>
                    <a:pt x="133" y="0"/>
                  </a:cubicBezTo>
                  <a:cubicBezTo>
                    <a:pt x="133" y="152"/>
                    <a:pt x="133" y="152"/>
                    <a:pt x="133" y="152"/>
                  </a:cubicBezTo>
                  <a:lnTo>
                    <a:pt x="0" y="1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30" name="Freeform 78"/>
            <p:cNvSpPr>
              <a:spLocks/>
            </p:cNvSpPr>
            <p:nvPr/>
          </p:nvSpPr>
          <p:spPr bwMode="auto">
            <a:xfrm>
              <a:off x="7566026" y="2171700"/>
              <a:ext cx="1047750" cy="1376363"/>
            </a:xfrm>
            <a:custGeom>
              <a:avLst/>
              <a:gdLst>
                <a:gd name="T0" fmla="*/ 0 w 93"/>
                <a:gd name="T1" fmla="*/ 122 h 122"/>
                <a:gd name="T2" fmla="*/ 93 w 93"/>
                <a:gd name="T3" fmla="*/ 0 h 122"/>
                <a:gd name="T4" fmla="*/ 93 w 93"/>
                <a:gd name="T5" fmla="*/ 108 h 122"/>
                <a:gd name="T6" fmla="*/ 0 w 93"/>
                <a:gd name="T7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122">
                  <a:moveTo>
                    <a:pt x="0" y="122"/>
                  </a:moveTo>
                  <a:cubicBezTo>
                    <a:pt x="0" y="61"/>
                    <a:pt x="44" y="0"/>
                    <a:pt x="93" y="0"/>
                  </a:cubicBezTo>
                  <a:cubicBezTo>
                    <a:pt x="93" y="108"/>
                    <a:pt x="93" y="108"/>
                    <a:pt x="93" y="108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31" name="Freeform 79"/>
            <p:cNvSpPr>
              <a:spLocks/>
            </p:cNvSpPr>
            <p:nvPr/>
          </p:nvSpPr>
          <p:spPr bwMode="auto">
            <a:xfrm>
              <a:off x="8016876" y="2655888"/>
              <a:ext cx="596900" cy="823913"/>
            </a:xfrm>
            <a:custGeom>
              <a:avLst/>
              <a:gdLst>
                <a:gd name="T0" fmla="*/ 0 w 53"/>
                <a:gd name="T1" fmla="*/ 73 h 73"/>
                <a:gd name="T2" fmla="*/ 53 w 53"/>
                <a:gd name="T3" fmla="*/ 0 h 73"/>
                <a:gd name="T4" fmla="*/ 53 w 53"/>
                <a:gd name="T5" fmla="*/ 65 h 73"/>
                <a:gd name="T6" fmla="*/ 0 w 53"/>
                <a:gd name="T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73">
                  <a:moveTo>
                    <a:pt x="0" y="73"/>
                  </a:moveTo>
                  <a:cubicBezTo>
                    <a:pt x="0" y="37"/>
                    <a:pt x="25" y="0"/>
                    <a:pt x="53" y="0"/>
                  </a:cubicBezTo>
                  <a:cubicBezTo>
                    <a:pt x="53" y="65"/>
                    <a:pt x="53" y="65"/>
                    <a:pt x="53" y="65"/>
                  </a:cubicBezTo>
                  <a:lnTo>
                    <a:pt x="0" y="73"/>
                  </a:lnTo>
                  <a:close/>
                </a:path>
              </a:pathLst>
            </a:custGeom>
            <a:solidFill>
              <a:srgbClr val="50515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38" name="Freeform 80"/>
            <p:cNvSpPr>
              <a:spLocks/>
            </p:cNvSpPr>
            <p:nvPr/>
          </p:nvSpPr>
          <p:spPr bwMode="auto">
            <a:xfrm>
              <a:off x="6664326" y="3389313"/>
              <a:ext cx="3379788" cy="496888"/>
            </a:xfrm>
            <a:custGeom>
              <a:avLst/>
              <a:gdLst>
                <a:gd name="T0" fmla="*/ 0 w 300"/>
                <a:gd name="T1" fmla="*/ 26 h 44"/>
                <a:gd name="T2" fmla="*/ 172 w 300"/>
                <a:gd name="T3" fmla="*/ 44 h 44"/>
                <a:gd name="T4" fmla="*/ 300 w 300"/>
                <a:gd name="T5" fmla="*/ 35 h 44"/>
                <a:gd name="T6" fmla="*/ 173 w 300"/>
                <a:gd name="T7" fmla="*/ 0 h 44"/>
                <a:gd name="T8" fmla="*/ 0 w 300"/>
                <a:gd name="T9" fmla="*/ 2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44">
                  <a:moveTo>
                    <a:pt x="0" y="26"/>
                  </a:moveTo>
                  <a:cubicBezTo>
                    <a:pt x="34" y="37"/>
                    <a:pt x="98" y="44"/>
                    <a:pt x="172" y="44"/>
                  </a:cubicBezTo>
                  <a:cubicBezTo>
                    <a:pt x="221" y="44"/>
                    <a:pt x="266" y="41"/>
                    <a:pt x="300" y="35"/>
                  </a:cubicBezTo>
                  <a:cubicBezTo>
                    <a:pt x="173" y="0"/>
                    <a:pt x="173" y="0"/>
                    <a:pt x="173" y="0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39" name="Freeform 81"/>
            <p:cNvSpPr>
              <a:spLocks/>
            </p:cNvSpPr>
            <p:nvPr/>
          </p:nvSpPr>
          <p:spPr bwMode="auto">
            <a:xfrm>
              <a:off x="7115176" y="3389313"/>
              <a:ext cx="2601913" cy="384175"/>
            </a:xfrm>
            <a:custGeom>
              <a:avLst/>
              <a:gdLst>
                <a:gd name="T0" fmla="*/ 0 w 231"/>
                <a:gd name="T1" fmla="*/ 20 h 34"/>
                <a:gd name="T2" fmla="*/ 132 w 231"/>
                <a:gd name="T3" fmla="*/ 34 h 34"/>
                <a:gd name="T4" fmla="*/ 231 w 231"/>
                <a:gd name="T5" fmla="*/ 27 h 34"/>
                <a:gd name="T6" fmla="*/ 133 w 231"/>
                <a:gd name="T7" fmla="*/ 0 h 34"/>
                <a:gd name="T8" fmla="*/ 0 w 231"/>
                <a:gd name="T9" fmla="*/ 2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" h="34">
                  <a:moveTo>
                    <a:pt x="0" y="20"/>
                  </a:moveTo>
                  <a:cubicBezTo>
                    <a:pt x="27" y="28"/>
                    <a:pt x="76" y="34"/>
                    <a:pt x="132" y="34"/>
                  </a:cubicBezTo>
                  <a:cubicBezTo>
                    <a:pt x="170" y="34"/>
                    <a:pt x="204" y="31"/>
                    <a:pt x="231" y="27"/>
                  </a:cubicBezTo>
                  <a:cubicBezTo>
                    <a:pt x="133" y="0"/>
                    <a:pt x="133" y="0"/>
                    <a:pt x="133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40" name="Freeform 83"/>
            <p:cNvSpPr>
              <a:spLocks/>
            </p:cNvSpPr>
            <p:nvPr/>
          </p:nvSpPr>
          <p:spPr bwMode="auto">
            <a:xfrm>
              <a:off x="7566026" y="3389313"/>
              <a:ext cx="1812925" cy="260350"/>
            </a:xfrm>
            <a:custGeom>
              <a:avLst/>
              <a:gdLst>
                <a:gd name="T0" fmla="*/ 161 w 161"/>
                <a:gd name="T1" fmla="*/ 19 h 23"/>
                <a:gd name="T2" fmla="*/ 92 w 161"/>
                <a:gd name="T3" fmla="*/ 23 h 23"/>
                <a:gd name="T4" fmla="*/ 0 w 161"/>
                <a:gd name="T5" fmla="*/ 14 h 23"/>
                <a:gd name="T6" fmla="*/ 93 w 161"/>
                <a:gd name="T7" fmla="*/ 0 h 23"/>
                <a:gd name="T8" fmla="*/ 161 w 161"/>
                <a:gd name="T9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23">
                  <a:moveTo>
                    <a:pt x="161" y="19"/>
                  </a:moveTo>
                  <a:cubicBezTo>
                    <a:pt x="142" y="21"/>
                    <a:pt x="118" y="23"/>
                    <a:pt x="92" y="23"/>
                  </a:cubicBezTo>
                  <a:cubicBezTo>
                    <a:pt x="54" y="23"/>
                    <a:pt x="20" y="19"/>
                    <a:pt x="0" y="14"/>
                  </a:cubicBezTo>
                  <a:cubicBezTo>
                    <a:pt x="93" y="0"/>
                    <a:pt x="93" y="0"/>
                    <a:pt x="93" y="0"/>
                  </a:cubicBezTo>
                  <a:lnTo>
                    <a:pt x="161" y="19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41" name="Freeform 84"/>
            <p:cNvSpPr>
              <a:spLocks/>
            </p:cNvSpPr>
            <p:nvPr/>
          </p:nvSpPr>
          <p:spPr bwMode="auto">
            <a:xfrm>
              <a:off x="8016876" y="3389313"/>
              <a:ext cx="1023938" cy="146050"/>
            </a:xfrm>
            <a:custGeom>
              <a:avLst/>
              <a:gdLst>
                <a:gd name="T0" fmla="*/ 0 w 91"/>
                <a:gd name="T1" fmla="*/ 8 h 13"/>
                <a:gd name="T2" fmla="*/ 53 w 91"/>
                <a:gd name="T3" fmla="*/ 13 h 13"/>
                <a:gd name="T4" fmla="*/ 91 w 91"/>
                <a:gd name="T5" fmla="*/ 10 h 13"/>
                <a:gd name="T6" fmla="*/ 53 w 91"/>
                <a:gd name="T7" fmla="*/ 0 h 13"/>
                <a:gd name="T8" fmla="*/ 0 w 91"/>
                <a:gd name="T9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3">
                  <a:moveTo>
                    <a:pt x="0" y="8"/>
                  </a:moveTo>
                  <a:cubicBezTo>
                    <a:pt x="13" y="11"/>
                    <a:pt x="32" y="13"/>
                    <a:pt x="53" y="13"/>
                  </a:cubicBezTo>
                  <a:cubicBezTo>
                    <a:pt x="67" y="13"/>
                    <a:pt x="80" y="12"/>
                    <a:pt x="91" y="10"/>
                  </a:cubicBezTo>
                  <a:cubicBezTo>
                    <a:pt x="53" y="0"/>
                    <a:pt x="53" y="0"/>
                    <a:pt x="53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DDDEDD">
                <a:lumMod val="50000"/>
              </a:srgb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42" name="Freeform 85"/>
            <p:cNvSpPr>
              <a:spLocks/>
            </p:cNvSpPr>
            <p:nvPr/>
          </p:nvSpPr>
          <p:spPr bwMode="auto">
            <a:xfrm>
              <a:off x="8613776" y="1190625"/>
              <a:ext cx="1430338" cy="2593975"/>
            </a:xfrm>
            <a:custGeom>
              <a:avLst/>
              <a:gdLst>
                <a:gd name="T0" fmla="*/ 0 w 127"/>
                <a:gd name="T1" fmla="*/ 0 h 230"/>
                <a:gd name="T2" fmla="*/ 127 w 127"/>
                <a:gd name="T3" fmla="*/ 230 h 230"/>
                <a:gd name="T4" fmla="*/ 0 w 127"/>
                <a:gd name="T5" fmla="*/ 195 h 230"/>
                <a:gd name="T6" fmla="*/ 0 w 127"/>
                <a:gd name="T7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230">
                  <a:moveTo>
                    <a:pt x="0" y="0"/>
                  </a:moveTo>
                  <a:cubicBezTo>
                    <a:pt x="67" y="0"/>
                    <a:pt x="127" y="120"/>
                    <a:pt x="127" y="230"/>
                  </a:cubicBezTo>
                  <a:cubicBezTo>
                    <a:pt x="0" y="195"/>
                    <a:pt x="0" y="195"/>
                    <a:pt x="0" y="19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43" name="Freeform 86"/>
            <p:cNvSpPr>
              <a:spLocks/>
            </p:cNvSpPr>
            <p:nvPr/>
          </p:nvSpPr>
          <p:spPr bwMode="auto">
            <a:xfrm>
              <a:off x="8613776" y="1674813"/>
              <a:ext cx="1103313" cy="2019300"/>
            </a:xfrm>
            <a:custGeom>
              <a:avLst/>
              <a:gdLst>
                <a:gd name="T0" fmla="*/ 0 w 98"/>
                <a:gd name="T1" fmla="*/ 0 h 179"/>
                <a:gd name="T2" fmla="*/ 98 w 98"/>
                <a:gd name="T3" fmla="*/ 179 h 179"/>
                <a:gd name="T4" fmla="*/ 0 w 98"/>
                <a:gd name="T5" fmla="*/ 152 h 179"/>
                <a:gd name="T6" fmla="*/ 0 w 98"/>
                <a:gd name="T7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79">
                  <a:moveTo>
                    <a:pt x="0" y="0"/>
                  </a:moveTo>
                  <a:cubicBezTo>
                    <a:pt x="52" y="0"/>
                    <a:pt x="98" y="94"/>
                    <a:pt x="98" y="179"/>
                  </a:cubicBezTo>
                  <a:cubicBezTo>
                    <a:pt x="0" y="152"/>
                    <a:pt x="0" y="152"/>
                    <a:pt x="0" y="1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44" name="Freeform 87"/>
            <p:cNvSpPr>
              <a:spLocks/>
            </p:cNvSpPr>
            <p:nvPr/>
          </p:nvSpPr>
          <p:spPr bwMode="auto">
            <a:xfrm>
              <a:off x="8613775" y="2171699"/>
              <a:ext cx="765175" cy="1431926"/>
            </a:xfrm>
            <a:custGeom>
              <a:avLst/>
              <a:gdLst>
                <a:gd name="T0" fmla="*/ 0 w 68"/>
                <a:gd name="T1" fmla="*/ 0 h 127"/>
                <a:gd name="T2" fmla="*/ 68 w 68"/>
                <a:gd name="T3" fmla="*/ 127 h 127"/>
                <a:gd name="T4" fmla="*/ 0 w 68"/>
                <a:gd name="T5" fmla="*/ 108 h 127"/>
                <a:gd name="T6" fmla="*/ 0 w 68"/>
                <a:gd name="T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27">
                  <a:moveTo>
                    <a:pt x="0" y="0"/>
                  </a:moveTo>
                  <a:cubicBezTo>
                    <a:pt x="36" y="0"/>
                    <a:pt x="68" y="66"/>
                    <a:pt x="68" y="127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78786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45" name="Freeform 88"/>
            <p:cNvSpPr>
              <a:spLocks/>
            </p:cNvSpPr>
            <p:nvPr/>
          </p:nvSpPr>
          <p:spPr bwMode="auto">
            <a:xfrm>
              <a:off x="8613776" y="2655888"/>
              <a:ext cx="427038" cy="846138"/>
            </a:xfrm>
            <a:custGeom>
              <a:avLst/>
              <a:gdLst>
                <a:gd name="T0" fmla="*/ 0 w 38"/>
                <a:gd name="T1" fmla="*/ 0 h 75"/>
                <a:gd name="T2" fmla="*/ 38 w 38"/>
                <a:gd name="T3" fmla="*/ 75 h 75"/>
                <a:gd name="T4" fmla="*/ 0 w 38"/>
                <a:gd name="T5" fmla="*/ 65 h 75"/>
                <a:gd name="T6" fmla="*/ 0 w 38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75">
                  <a:moveTo>
                    <a:pt x="0" y="0"/>
                  </a:moveTo>
                  <a:cubicBezTo>
                    <a:pt x="21" y="0"/>
                    <a:pt x="38" y="40"/>
                    <a:pt x="38" y="75"/>
                  </a:cubicBezTo>
                  <a:cubicBezTo>
                    <a:pt x="0" y="65"/>
                    <a:pt x="0" y="65"/>
                    <a:pt x="0" y="6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05150">
                <a:lumMod val="75000"/>
              </a:srgb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82296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4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cxnSp>
        <p:nvCxnSpPr>
          <p:cNvPr id="32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6EF8033-EC2E-D947-BD6C-910B0CE5E730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37" name="Título 1">
            <a:extLst>
              <a:ext uri="{FF2B5EF4-FFF2-40B4-BE49-F238E27FC236}">
                <a16:creationId xmlns:a16="http://schemas.microsoft.com/office/drawing/2014/main" id="{9DD76B2F-6EEC-8D49-B345-241A071678D1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46" name="Título 1">
            <a:extLst>
              <a:ext uri="{FF2B5EF4-FFF2-40B4-BE49-F238E27FC236}">
                <a16:creationId xmlns:a16="http://schemas.microsoft.com/office/drawing/2014/main" id="{593C2B84-375F-084E-9954-FE03DA39F0B5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24" name="Marcador de texto 11">
            <a:extLst>
              <a:ext uri="{FF2B5EF4-FFF2-40B4-BE49-F238E27FC236}">
                <a16:creationId xmlns:a16="http://schemas.microsoft.com/office/drawing/2014/main" id="{38BCB3A4-5709-8F4C-8510-F606E8E508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36" name="Marcador de texto 11">
            <a:extLst>
              <a:ext uri="{FF2B5EF4-FFF2-40B4-BE49-F238E27FC236}">
                <a16:creationId xmlns:a16="http://schemas.microsoft.com/office/drawing/2014/main" id="{66163C74-2AB1-F94C-A335-186021426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3464984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1111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1111">
                                          <p:cBhvr additive="base">
                                            <p:cTn id="7" dur="9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1111">
                                          <p:cBhvr additive="base">
                                            <p:cTn id="8" dur="9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xmlns:p14="http://schemas.microsoft.com/office/powerpoint/2010/main"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9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9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  <p15:guide id="31" pos="68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19945"/>
            <a:ext cx="15544800" cy="1226342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Roboto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371600" y="1812929"/>
            <a:ext cx="15544800" cy="609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430" baseline="0">
                <a:solidFill>
                  <a:schemeClr val="tx1"/>
                </a:solidFill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5809509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Only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 userDrawn="1"/>
        </p:nvSpPr>
        <p:spPr>
          <a:xfrm>
            <a:off x="-30239" y="4888538"/>
            <a:ext cx="18412362" cy="590931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3240" dirty="0">
              <a:solidFill>
                <a:schemeClr val="tx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19945"/>
            <a:ext cx="15544800" cy="1226342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boto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371600" y="1812929"/>
            <a:ext cx="15544800" cy="609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2430" baseline="0">
                <a:solidFill>
                  <a:schemeClr val="bg1"/>
                </a:solidFill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95837683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81151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Text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3" y="2442518"/>
            <a:ext cx="3528390" cy="57092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308610" indent="-308610" algn="ctr">
              <a:buClr>
                <a:srgbClr val="000000"/>
              </a:buClr>
              <a:buFont typeface="Arial" charset="0"/>
              <a:buChar char="•"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9386957" y="2442518"/>
            <a:ext cx="3528390" cy="57092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308610" indent="-308610" algn="ctr">
              <a:buClr>
                <a:srgbClr val="000000"/>
              </a:buClr>
              <a:buFont typeface="Arial" charset="0"/>
              <a:buChar char="•"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1371604" y="8393518"/>
            <a:ext cx="7549679" cy="972731"/>
          </a:xfrm>
          <a:prstGeom prst="rect">
            <a:avLst/>
          </a:prstGeom>
        </p:spPr>
        <p:txBody>
          <a:bodyPr>
            <a:noAutofit/>
          </a:bodyPr>
          <a:lstStyle>
            <a:lvl1pPr marL="308610" indent="-308610">
              <a:buClr>
                <a:srgbClr val="000000"/>
              </a:buClr>
              <a:buFont typeface="Arial" charset="0"/>
              <a:buChar char="•"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308610" indent="-308610">
              <a:buClr>
                <a:srgbClr val="000000"/>
              </a:buClr>
              <a:buFont typeface="Arial" charset="0"/>
              <a:buChar char="•"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514344" indent="-308610">
              <a:buClr>
                <a:srgbClr val="000000"/>
              </a:buClr>
              <a:buFont typeface="Arial" charset="0"/>
              <a:buChar char="•"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720080" indent="-308610">
              <a:buClr>
                <a:srgbClr val="000000"/>
              </a:buClr>
              <a:buFont typeface="Arial" charset="0"/>
              <a:buChar char="•"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4pPr>
            <a:lvl5pPr marL="1028682" indent="-308610">
              <a:buClr>
                <a:srgbClr val="000000"/>
              </a:buClr>
              <a:buFont typeface="Arial" charset="0"/>
              <a:buChar char="•"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9386959" y="8393518"/>
            <a:ext cx="7529444" cy="972731"/>
          </a:xfrm>
          <a:prstGeom prst="rect">
            <a:avLst/>
          </a:prstGeom>
        </p:spPr>
        <p:txBody>
          <a:bodyPr>
            <a:noAutofit/>
          </a:bodyPr>
          <a:lstStyle>
            <a:lvl1pPr marL="308610" indent="-308610">
              <a:buClr>
                <a:srgbClr val="000000"/>
              </a:buClr>
              <a:buFont typeface="Arial" charset="0"/>
              <a:buChar char="•"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308610" indent="-308610">
              <a:buClr>
                <a:srgbClr val="000000"/>
              </a:buClr>
              <a:buFont typeface="Arial" charset="0"/>
              <a:buChar char="•"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514344" indent="-308610">
              <a:buClr>
                <a:srgbClr val="000000"/>
              </a:buClr>
              <a:buFont typeface="Arial" charset="0"/>
              <a:buChar char="•"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720080" indent="-308610">
              <a:buClr>
                <a:srgbClr val="000000"/>
              </a:buClr>
              <a:buFont typeface="Arial" charset="0"/>
              <a:buChar char="•"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4pPr>
            <a:lvl5pPr marL="1028682" indent="-308610">
              <a:buClr>
                <a:srgbClr val="000000"/>
              </a:buClr>
              <a:buFont typeface="Arial" charset="0"/>
              <a:buChar char="•"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Marcador de texto 11"/>
          <p:cNvSpPr>
            <a:spLocks noGrp="1"/>
          </p:cNvSpPr>
          <p:nvPr>
            <p:ph type="body" sz="quarter" idx="25" hasCustomPrompt="1"/>
          </p:nvPr>
        </p:nvSpPr>
        <p:spPr>
          <a:xfrm>
            <a:off x="5217941" y="2429012"/>
            <a:ext cx="3700007" cy="5698991"/>
          </a:xfrm>
          <a:prstGeom prst="rect">
            <a:avLst/>
          </a:prstGeom>
        </p:spPr>
        <p:txBody>
          <a:bodyPr vert="horz" lIns="0" tIns="0" rIns="0" bIns="0" anchor="t"/>
          <a:lstStyle>
            <a:lvl1pPr marL="308610" marR="0" indent="-30861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lang="es-ES" sz="1800" b="1" i="0" u="none" kern="1200" baseline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  <a:lvl2pPr>
              <a:defRPr sz="1800"/>
            </a:lvl2pPr>
            <a:lvl3pPr>
              <a:defRPr sz="1800"/>
            </a:lvl3pPr>
            <a:lvl4pPr>
              <a:buNone/>
              <a:defRPr sz="1800"/>
            </a:lvl4pPr>
            <a:lvl5pPr>
              <a:defRPr sz="1800"/>
            </a:lvl5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noProof="1"/>
              <a:t> Text 10pt</a:t>
            </a:r>
          </a:p>
        </p:txBody>
      </p:sp>
      <p:sp>
        <p:nvSpPr>
          <p:cNvPr id="30" name="Marcador de texto 11"/>
          <p:cNvSpPr>
            <a:spLocks noGrp="1"/>
          </p:cNvSpPr>
          <p:nvPr>
            <p:ph type="body" sz="quarter" idx="26" hasCustomPrompt="1"/>
          </p:nvPr>
        </p:nvSpPr>
        <p:spPr>
          <a:xfrm>
            <a:off x="13224766" y="2429012"/>
            <a:ext cx="3700007" cy="5698991"/>
          </a:xfrm>
          <a:prstGeom prst="rect">
            <a:avLst/>
          </a:prstGeom>
        </p:spPr>
        <p:txBody>
          <a:bodyPr vert="horz" lIns="0" tIns="0" rIns="0" bIns="0" anchor="t"/>
          <a:lstStyle>
            <a:lvl1pPr marL="0" marR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lang="es-ES" sz="1800" b="1" i="0" u="none" kern="1200" baseline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  <a:lvl2pPr>
              <a:defRPr sz="1800"/>
            </a:lvl2pPr>
            <a:lvl3pPr>
              <a:defRPr sz="1800"/>
            </a:lvl3pPr>
            <a:lvl4pPr>
              <a:buNone/>
              <a:defRPr sz="1800"/>
            </a:lvl4pPr>
            <a:lvl5pPr>
              <a:defRPr sz="1800"/>
            </a:lvl5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noProof="1"/>
              <a:t> Text 10pt</a:t>
            </a:r>
          </a:p>
        </p:txBody>
      </p:sp>
      <p:sp>
        <p:nvSpPr>
          <p:cNvPr id="10" name="Marcador de texto 11">
            <a:extLst>
              <a:ext uri="{FF2B5EF4-FFF2-40B4-BE49-F238E27FC236}">
                <a16:creationId xmlns:a16="http://schemas.microsoft.com/office/drawing/2014/main" id="{B7874815-A4CD-7B43-9E30-E2A47FAD48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1" name="Marcador de texto 11">
            <a:extLst>
              <a:ext uri="{FF2B5EF4-FFF2-40B4-BE49-F238E27FC236}">
                <a16:creationId xmlns:a16="http://schemas.microsoft.com/office/drawing/2014/main" id="{F9A3E5ED-856D-994A-8D51-2C1984A5B6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421999998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222504"/>
            <a:ext cx="3657600" cy="221424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90">
                <a:latin typeface="Roboto" pitchFamily="2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34000" y="2222504"/>
            <a:ext cx="3657600" cy="221424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90">
                <a:latin typeface="Roboto" pitchFamily="2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296400" y="2222504"/>
            <a:ext cx="3657600" cy="221424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90">
                <a:latin typeface="Roboto" pitchFamily="2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3258800" y="2222504"/>
            <a:ext cx="3657600" cy="221424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90">
                <a:latin typeface="Roboto" pitchFamily="2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71600" y="4709922"/>
            <a:ext cx="3662172" cy="448249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8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>
                <a:latin typeface="Roboto" pitchFamily="2" charset="0"/>
              </a:defRPr>
            </a:lvl4pPr>
            <a:lvl5pPr>
              <a:buClr>
                <a:schemeClr val="accent3"/>
              </a:buClr>
              <a:defRPr sz="189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5332476" y="4709922"/>
            <a:ext cx="3662172" cy="448249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35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>
                <a:latin typeface="Roboto" pitchFamily="2" charset="0"/>
              </a:defRPr>
            </a:lvl4pPr>
            <a:lvl5pPr>
              <a:buClr>
                <a:schemeClr val="accent3"/>
              </a:buClr>
              <a:defRPr sz="189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9293352" y="4709922"/>
            <a:ext cx="3662172" cy="448249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35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>
                <a:latin typeface="Roboto" pitchFamily="2" charset="0"/>
              </a:defRPr>
            </a:lvl4pPr>
            <a:lvl5pPr>
              <a:buClr>
                <a:schemeClr val="accent3"/>
              </a:buClr>
              <a:defRPr sz="189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13254228" y="4709922"/>
            <a:ext cx="3662172" cy="448249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35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>
                <a:latin typeface="Roboto" pitchFamily="2" charset="0"/>
              </a:defRPr>
            </a:lvl4pPr>
            <a:lvl5pPr>
              <a:buClr>
                <a:schemeClr val="accent3"/>
              </a:buClr>
              <a:defRPr sz="189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1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arcador de texto 11">
            <a:extLst>
              <a:ext uri="{FF2B5EF4-FFF2-40B4-BE49-F238E27FC236}">
                <a16:creationId xmlns:a16="http://schemas.microsoft.com/office/drawing/2014/main" id="{F58B5931-D16F-6C4E-AB2B-EDD2B57B70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25" name="Marcador de texto 11">
            <a:extLst>
              <a:ext uri="{FF2B5EF4-FFF2-40B4-BE49-F238E27FC236}">
                <a16:creationId xmlns:a16="http://schemas.microsoft.com/office/drawing/2014/main" id="{76DB0EB2-FC81-BC4C-BE75-033FA1204F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D9F6EDB-A677-DA4C-9116-2B7BC264318A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DDE444A1-BCE6-7548-A43E-1E6267260C1B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116D43FD-9AAC-C043-B8E1-9241183F5DF7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128668905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222504"/>
            <a:ext cx="3657600" cy="221424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90">
                <a:latin typeface="Roboto" pitchFamily="2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34000" y="2222504"/>
            <a:ext cx="3657600" cy="221424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90">
                <a:latin typeface="Roboto" pitchFamily="2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296400" y="2222504"/>
            <a:ext cx="3657600" cy="221424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90">
                <a:latin typeface="Roboto" pitchFamily="2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3258800" y="2222504"/>
            <a:ext cx="3657600" cy="221424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90">
                <a:latin typeface="Roboto" pitchFamily="2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71600" y="4709922"/>
            <a:ext cx="3662172" cy="448249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8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>
                <a:latin typeface="Roboto" pitchFamily="2" charset="0"/>
              </a:defRPr>
            </a:lvl4pPr>
            <a:lvl5pPr>
              <a:buClr>
                <a:schemeClr val="accent3"/>
              </a:buClr>
              <a:defRPr sz="189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5332476" y="4709922"/>
            <a:ext cx="3662172" cy="448249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35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>
                <a:latin typeface="Roboto" pitchFamily="2" charset="0"/>
              </a:defRPr>
            </a:lvl4pPr>
            <a:lvl5pPr>
              <a:buClr>
                <a:schemeClr val="accent3"/>
              </a:buClr>
              <a:defRPr sz="189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9293352" y="4709922"/>
            <a:ext cx="3662172" cy="448249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35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>
                <a:latin typeface="Roboto" pitchFamily="2" charset="0"/>
              </a:defRPr>
            </a:lvl4pPr>
            <a:lvl5pPr>
              <a:buClr>
                <a:schemeClr val="accent3"/>
              </a:buClr>
              <a:defRPr sz="189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13254228" y="4709922"/>
            <a:ext cx="3662172" cy="448249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35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>
                <a:latin typeface="Roboto" pitchFamily="2" charset="0"/>
              </a:defRPr>
            </a:lvl4pPr>
            <a:lvl5pPr>
              <a:buClr>
                <a:schemeClr val="accent3"/>
              </a:buClr>
              <a:defRPr sz="189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1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39510D8-DCC3-EB4F-A5E3-934CFCC0D12C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95FBECD3-C3C1-F946-B8EF-19D609860075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344DE4E2-D043-FB49-93BE-F93449121E92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6" name="Marcador de texto 11">
            <a:extLst>
              <a:ext uri="{FF2B5EF4-FFF2-40B4-BE49-F238E27FC236}">
                <a16:creationId xmlns:a16="http://schemas.microsoft.com/office/drawing/2014/main" id="{9356A739-D62C-8842-B8E9-859951C7F5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7" name="Marcador de texto 11">
            <a:extLst>
              <a:ext uri="{FF2B5EF4-FFF2-40B4-BE49-F238E27FC236}">
                <a16:creationId xmlns:a16="http://schemas.microsoft.com/office/drawing/2014/main" id="{E3DAA90F-C3FE-AE4B-A021-27DE7FB9E4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387475017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222504"/>
            <a:ext cx="3657600" cy="221424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90">
                <a:latin typeface="Roboto" pitchFamily="2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34000" y="2222504"/>
            <a:ext cx="3657600" cy="221424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90">
                <a:latin typeface="Roboto" pitchFamily="2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296400" y="2222504"/>
            <a:ext cx="3657600" cy="221424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90">
                <a:latin typeface="Roboto" pitchFamily="2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3258800" y="2222504"/>
            <a:ext cx="3657600" cy="221424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890">
                <a:latin typeface="Roboto" pitchFamily="2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71600" y="4709922"/>
            <a:ext cx="3662172" cy="448249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None/>
              <a:defRPr sz="2880" baseline="0">
                <a:latin typeface="Roboto" pitchFamily="2" charset="0"/>
              </a:defRPr>
            </a:lvl1pPr>
            <a:lvl2pPr marL="231459" indent="-231459">
              <a:buClr>
                <a:schemeClr val="accent1"/>
              </a:buClr>
              <a:buFont typeface="Arial" panose="020B0604020202020204" pitchFamily="34" charset="0"/>
              <a:buChar char="•"/>
              <a:defRPr sz="1890">
                <a:latin typeface="Roboto" pitchFamily="2" charset="0"/>
              </a:defRPr>
            </a:lvl2pPr>
            <a:lvl3pPr marL="462915" indent="-231459">
              <a:buClr>
                <a:schemeClr val="accent1"/>
              </a:buClr>
              <a:buFont typeface="Courier New"/>
              <a:buChar char="o"/>
              <a:defRPr sz="1890">
                <a:latin typeface="Roboto" pitchFamily="2" charset="0"/>
              </a:defRPr>
            </a:lvl3pPr>
            <a:lvl4pPr marL="694374" indent="-231459">
              <a:buClr>
                <a:schemeClr val="accent1"/>
              </a:buClr>
              <a:defRPr sz="1890">
                <a:latin typeface="Roboto" pitchFamily="2" charset="0"/>
              </a:defRPr>
            </a:lvl4pPr>
            <a:lvl5pPr>
              <a:buClr>
                <a:schemeClr val="accent1"/>
              </a:buClr>
              <a:defRPr sz="189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5332476" y="4709922"/>
            <a:ext cx="3662172" cy="448249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None/>
              <a:defRPr sz="2835">
                <a:latin typeface="Roboto" pitchFamily="2" charset="0"/>
              </a:defRPr>
            </a:lvl1pPr>
            <a:lvl2pPr marL="231459" indent="-231459">
              <a:buClr>
                <a:schemeClr val="accent1"/>
              </a:buClr>
              <a:buFont typeface="Arial" panose="020B0604020202020204" pitchFamily="34" charset="0"/>
              <a:buChar char="•"/>
              <a:defRPr sz="1890">
                <a:latin typeface="Roboto" pitchFamily="2" charset="0"/>
              </a:defRPr>
            </a:lvl2pPr>
            <a:lvl3pPr marL="462915" indent="-231459">
              <a:buClr>
                <a:schemeClr val="accent1"/>
              </a:buClr>
              <a:buFont typeface="Courier New"/>
              <a:buChar char="o"/>
              <a:defRPr sz="1890">
                <a:latin typeface="Roboto" pitchFamily="2" charset="0"/>
              </a:defRPr>
            </a:lvl3pPr>
            <a:lvl4pPr marL="694374" indent="-231459">
              <a:buClr>
                <a:schemeClr val="accent1"/>
              </a:buClr>
              <a:defRPr sz="1890">
                <a:latin typeface="Roboto" pitchFamily="2" charset="0"/>
              </a:defRPr>
            </a:lvl4pPr>
            <a:lvl5pPr>
              <a:buClr>
                <a:schemeClr val="accent1"/>
              </a:buClr>
              <a:defRPr sz="189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9293352" y="4709922"/>
            <a:ext cx="3662172" cy="448249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None/>
              <a:defRPr sz="2835">
                <a:latin typeface="Roboto" pitchFamily="2" charset="0"/>
              </a:defRPr>
            </a:lvl1pPr>
            <a:lvl2pPr marL="231459" indent="-231459">
              <a:buClr>
                <a:schemeClr val="accent1"/>
              </a:buClr>
              <a:buFont typeface="Arial" panose="020B0604020202020204" pitchFamily="34" charset="0"/>
              <a:buChar char="•"/>
              <a:defRPr sz="1890">
                <a:latin typeface="Roboto" pitchFamily="2" charset="0"/>
              </a:defRPr>
            </a:lvl2pPr>
            <a:lvl3pPr marL="462915" indent="-231459">
              <a:buClr>
                <a:schemeClr val="accent1"/>
              </a:buClr>
              <a:buFont typeface="Courier New"/>
              <a:buChar char="o"/>
              <a:defRPr sz="1890">
                <a:latin typeface="Roboto" pitchFamily="2" charset="0"/>
              </a:defRPr>
            </a:lvl3pPr>
            <a:lvl4pPr marL="694374" indent="-231459">
              <a:buClr>
                <a:schemeClr val="accent1"/>
              </a:buClr>
              <a:defRPr sz="1890">
                <a:latin typeface="Roboto" pitchFamily="2" charset="0"/>
              </a:defRPr>
            </a:lvl4pPr>
            <a:lvl5pPr>
              <a:buClr>
                <a:schemeClr val="accent1"/>
              </a:buClr>
              <a:defRPr sz="189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13254228" y="4709922"/>
            <a:ext cx="3662172" cy="448249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None/>
              <a:defRPr sz="2835">
                <a:latin typeface="Roboto" pitchFamily="2" charset="0"/>
              </a:defRPr>
            </a:lvl1pPr>
            <a:lvl2pPr marL="231459" indent="-231459">
              <a:buClr>
                <a:schemeClr val="accent1"/>
              </a:buClr>
              <a:buFont typeface="Arial" panose="020B0604020202020204" pitchFamily="34" charset="0"/>
              <a:buChar char="•"/>
              <a:defRPr sz="1890">
                <a:latin typeface="Roboto" pitchFamily="2" charset="0"/>
              </a:defRPr>
            </a:lvl2pPr>
            <a:lvl3pPr marL="540066" indent="-308610">
              <a:buClr>
                <a:schemeClr val="accent1"/>
              </a:buClr>
              <a:buFont typeface="Courier New"/>
              <a:buChar char="o"/>
              <a:defRPr sz="1890">
                <a:latin typeface="Roboto" pitchFamily="2" charset="0"/>
              </a:defRPr>
            </a:lvl3pPr>
            <a:lvl4pPr marL="694374" indent="-231459">
              <a:buClr>
                <a:schemeClr val="accent1"/>
              </a:buClr>
              <a:defRPr sz="1890">
                <a:latin typeface="Roboto" pitchFamily="2" charset="0"/>
              </a:defRPr>
            </a:lvl4pPr>
            <a:lvl5pPr>
              <a:buClr>
                <a:schemeClr val="accent1"/>
              </a:buClr>
              <a:defRPr sz="189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1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Arial 26pt</a:t>
            </a:r>
          </a:p>
        </p:txBody>
      </p:sp>
      <p:sp>
        <p:nvSpPr>
          <p:cNvPr id="23" name="Marcador de texto 11"/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Arial 12pt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3747D92-B795-EA49-9739-6C3C1710A390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514C4889-CF72-234F-9C7C-E4D39D675F97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C32BB3F2-AFE4-2A43-BADD-7C6773879F05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38395340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 subtitl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63081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456877" y="2459683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225567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3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819362" y="2459683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588050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5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11181848" y="2459683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3950534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7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5544331" y="2459683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8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63081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9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456877" y="4730321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5225567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1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819362" y="4730321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2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9588050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3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11181848" y="4730321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4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13950534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5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5544331" y="4730321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6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863081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7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2456877" y="7000956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5225567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9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6819362" y="7000956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0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9588050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1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11181848" y="7000956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2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13950534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3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5544331" y="7000956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34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3C5ED4D-1AF4-1F4F-9D8B-8C2F979CBD5D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39" name="Título 1">
            <a:extLst>
              <a:ext uri="{FF2B5EF4-FFF2-40B4-BE49-F238E27FC236}">
                <a16:creationId xmlns:a16="http://schemas.microsoft.com/office/drawing/2014/main" id="{B5BE8153-02F3-F04A-9345-3FB4A5383715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40" name="Título 1">
            <a:extLst>
              <a:ext uri="{FF2B5EF4-FFF2-40B4-BE49-F238E27FC236}">
                <a16:creationId xmlns:a16="http://schemas.microsoft.com/office/drawing/2014/main" id="{599A8892-7D2C-7B43-9618-C64B0614FB85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32" name="Marcador de texto 11">
            <a:extLst>
              <a:ext uri="{FF2B5EF4-FFF2-40B4-BE49-F238E27FC236}">
                <a16:creationId xmlns:a16="http://schemas.microsoft.com/office/drawing/2014/main" id="{2FE8E6A7-72A6-4341-978C-B983A77898F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33" name="Marcador de texto 11">
            <a:extLst>
              <a:ext uri="{FF2B5EF4-FFF2-40B4-BE49-F238E27FC236}">
                <a16:creationId xmlns:a16="http://schemas.microsoft.com/office/drawing/2014/main" id="{1DDF7D58-ABCA-4445-B1B8-CA747E9D60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7884045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 subtitle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63081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456877" y="2459683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225567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3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819362" y="2459683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588050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5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11181848" y="2459683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3950534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7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5544331" y="2459683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8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63081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9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456877" y="4730321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5225567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1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819362" y="4730321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2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9588050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3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11181848" y="4730321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4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13950534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5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5544331" y="4730321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6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863081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7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2456877" y="7000956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5225567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9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6819362" y="7000956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0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9588050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1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11181848" y="7000956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2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13950534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3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5544331" y="7000956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34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73BE0BB-87C3-A74B-B50D-5A5CC94C7A11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39" name="Título 1">
            <a:extLst>
              <a:ext uri="{FF2B5EF4-FFF2-40B4-BE49-F238E27FC236}">
                <a16:creationId xmlns:a16="http://schemas.microsoft.com/office/drawing/2014/main" id="{F2F97103-7482-E64B-87AD-5E61D95B7F1A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40" name="Título 1">
            <a:extLst>
              <a:ext uri="{FF2B5EF4-FFF2-40B4-BE49-F238E27FC236}">
                <a16:creationId xmlns:a16="http://schemas.microsoft.com/office/drawing/2014/main" id="{FC953F2F-2306-AE46-9408-09487B58F814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32" name="Marcador de texto 11">
            <a:extLst>
              <a:ext uri="{FF2B5EF4-FFF2-40B4-BE49-F238E27FC236}">
                <a16:creationId xmlns:a16="http://schemas.microsoft.com/office/drawing/2014/main" id="{A5D95AD3-A5D5-4345-83C2-B506D3E4E45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33" name="Marcador de texto 11">
            <a:extLst>
              <a:ext uri="{FF2B5EF4-FFF2-40B4-BE49-F238E27FC236}">
                <a16:creationId xmlns:a16="http://schemas.microsoft.com/office/drawing/2014/main" id="{5A7F2DAE-CB26-254C-9B94-656235B0268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325534966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 subtitle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63081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456877" y="2459683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225567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3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819362" y="2459683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588050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5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11181848" y="2459683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3950534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7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5544331" y="2459683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8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63081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9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456877" y="4730321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5225567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1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819362" y="4730321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2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9588050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3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11181848" y="4730321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4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13950534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5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5544331" y="4730321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6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863081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7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2456877" y="7000956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5225567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9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6819362" y="7000956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0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9588050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1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11181848" y="7000956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2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13950534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3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5544331" y="7000956"/>
            <a:ext cx="206884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34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70D0101-7052-AA44-8EEC-7242A48C59F6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39" name="Título 1">
            <a:extLst>
              <a:ext uri="{FF2B5EF4-FFF2-40B4-BE49-F238E27FC236}">
                <a16:creationId xmlns:a16="http://schemas.microsoft.com/office/drawing/2014/main" id="{4AE6418F-E912-5644-AD1E-16FD487F8C12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40" name="Título 1">
            <a:extLst>
              <a:ext uri="{FF2B5EF4-FFF2-40B4-BE49-F238E27FC236}">
                <a16:creationId xmlns:a16="http://schemas.microsoft.com/office/drawing/2014/main" id="{6DC6AD46-591D-114B-B8EC-6DAC5DDBB073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32" name="Marcador de texto 11">
            <a:extLst>
              <a:ext uri="{FF2B5EF4-FFF2-40B4-BE49-F238E27FC236}">
                <a16:creationId xmlns:a16="http://schemas.microsoft.com/office/drawing/2014/main" id="{0EDCA541-17D0-0A43-855B-E75723302AD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33" name="Marcador de texto 11">
            <a:extLst>
              <a:ext uri="{FF2B5EF4-FFF2-40B4-BE49-F238E27FC236}">
                <a16:creationId xmlns:a16="http://schemas.microsoft.com/office/drawing/2014/main" id="{BDE34F6C-00D3-6B4C-897F-27D133F10A0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17217761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Subtitl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63081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456874" y="2459683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540488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139950" y="2459683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2217895" y="2459684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1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13823024" y="2459683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63081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9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456874" y="4730321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540488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7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139950" y="4730321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12217895" y="4730321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0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13823024" y="4730321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863081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2456874" y="7000956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6540488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8139950" y="7000956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12217895" y="7000956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13823024" y="7000956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35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6B2A523-8F3A-DB40-B607-2C5A7C69A55E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9AA1BD34-BBD9-6A4F-ABA5-0B81D6E2A4F4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7A92B246-9240-0749-B762-CFA58B01E6F8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30" name="Marcador de texto 11">
            <a:extLst>
              <a:ext uri="{FF2B5EF4-FFF2-40B4-BE49-F238E27FC236}">
                <a16:creationId xmlns:a16="http://schemas.microsoft.com/office/drawing/2014/main" id="{A1859241-9C75-4A44-AB99-0BF68663A4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33" name="Marcador de texto 11">
            <a:extLst>
              <a:ext uri="{FF2B5EF4-FFF2-40B4-BE49-F238E27FC236}">
                <a16:creationId xmlns:a16="http://schemas.microsoft.com/office/drawing/2014/main" id="{35DAA5CD-B649-BC47-B43A-72421E29D17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50973432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Subtitle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63081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456874" y="2459683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540488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139950" y="2459683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2217895" y="2459684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1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13823024" y="2459683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63081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9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456874" y="4730321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540488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7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139950" y="4730321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12217895" y="4730321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0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13823024" y="4730321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863081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2456874" y="7000956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6540488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8139950" y="7000956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12217895" y="7000956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13823024" y="7000956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35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13657AB-8057-0D46-9C66-E3889B7AD361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5C7942B8-E59D-B044-AD1B-4331465A0BA0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CF60ED50-1037-8143-BB7C-93D7BCD85C29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30" name="Marcador de texto 11">
            <a:extLst>
              <a:ext uri="{FF2B5EF4-FFF2-40B4-BE49-F238E27FC236}">
                <a16:creationId xmlns:a16="http://schemas.microsoft.com/office/drawing/2014/main" id="{2C80142B-4984-C84E-8CCE-179E50704D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33" name="Marcador de texto 11">
            <a:extLst>
              <a:ext uri="{FF2B5EF4-FFF2-40B4-BE49-F238E27FC236}">
                <a16:creationId xmlns:a16="http://schemas.microsoft.com/office/drawing/2014/main" id="{35EB56BE-06F4-9B44-A87E-B6CD7969CB7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272106825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Subtitle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63081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456874" y="2459683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540488" y="2459685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139950" y="2459683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2217895" y="2459684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1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13823024" y="2459683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63081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9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456874" y="4730321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540488" y="4730322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7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139950" y="4730321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12217895" y="4730321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0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13823024" y="4730321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863081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2456874" y="7000956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6540488" y="7000958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8139950" y="7000956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12217895" y="7000956"/>
            <a:ext cx="13716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13823024" y="7000956"/>
            <a:ext cx="3471612" cy="14676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solidFill>
                  <a:srgbClr val="000000"/>
                </a:solidFill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35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5FEAFCB-9EFB-014D-A8AC-74756CF8D8B4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9349ECB1-82AC-9348-BBAE-B7205F5BB81C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58A561CD-3A47-8348-AA6A-CF576FEAAFCF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30" name="Marcador de texto 11">
            <a:extLst>
              <a:ext uri="{FF2B5EF4-FFF2-40B4-BE49-F238E27FC236}">
                <a16:creationId xmlns:a16="http://schemas.microsoft.com/office/drawing/2014/main" id="{26198EBA-ACFE-E64B-B7EE-8AA106843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33" name="Marcador de texto 11">
            <a:extLst>
              <a:ext uri="{FF2B5EF4-FFF2-40B4-BE49-F238E27FC236}">
                <a16:creationId xmlns:a16="http://schemas.microsoft.com/office/drawing/2014/main" id="{62F63682-AB96-F541-A157-60904654A3D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18149954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63081" y="2459685"/>
            <a:ext cx="2301233" cy="1728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3443063" y="2459684"/>
            <a:ext cx="5338019" cy="2913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419705" y="2459685"/>
            <a:ext cx="2301233" cy="1728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12005357" y="2459684"/>
            <a:ext cx="5338019" cy="2913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63081" y="5829866"/>
            <a:ext cx="2301233" cy="1728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3443063" y="5829866"/>
            <a:ext cx="5338019" cy="2913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9419705" y="5829866"/>
            <a:ext cx="2301233" cy="1728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12005357" y="5829866"/>
            <a:ext cx="5338019" cy="2913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9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46DF910-C068-4A4A-A09A-158E1A7F093F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E846CE8B-4495-1F45-9F2C-827EEBFC8E41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1EBF8329-3BFC-2A41-8EC3-E7D3A57A1D8F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6" name="Marcador de texto 11">
            <a:extLst>
              <a:ext uri="{FF2B5EF4-FFF2-40B4-BE49-F238E27FC236}">
                <a16:creationId xmlns:a16="http://schemas.microsoft.com/office/drawing/2014/main" id="{B1E43D5B-F5EB-0C4A-A362-70F6647935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22" name="Marcador de texto 11">
            <a:extLst>
              <a:ext uri="{FF2B5EF4-FFF2-40B4-BE49-F238E27FC236}">
                <a16:creationId xmlns:a16="http://schemas.microsoft.com/office/drawing/2014/main" id="{7ED16894-CA03-5B43-817D-EB2273E709E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21066831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eam Subtitle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63081" y="2459685"/>
            <a:ext cx="2301233" cy="1728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3443063" y="2459684"/>
            <a:ext cx="5338019" cy="2913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419705" y="2459685"/>
            <a:ext cx="2301233" cy="1728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12005357" y="2459684"/>
            <a:ext cx="5338019" cy="2913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63081" y="5829866"/>
            <a:ext cx="2301233" cy="1728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3443063" y="5829866"/>
            <a:ext cx="5338019" cy="2913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9419705" y="5829866"/>
            <a:ext cx="2301233" cy="1728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12005357" y="5829866"/>
            <a:ext cx="5338019" cy="2913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9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749F161-7AF1-F949-BD88-843C81698A5F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" pitchFamily="2" charset="0"/>
              <a:ea typeface="Arial" charset="0"/>
              <a:cs typeface="Arial" charset="0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2687A4F1-AB7A-FE4F-A502-5F59CA408091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" pitchFamily="2" charset="0"/>
              <a:ea typeface="Arial" charset="0"/>
              <a:cs typeface="Arial" charset="0"/>
            </a:endParaRP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473B639E-9E13-C645-833E-A5363716CD19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6" name="Marcador de texto 11">
            <a:extLst>
              <a:ext uri="{FF2B5EF4-FFF2-40B4-BE49-F238E27FC236}">
                <a16:creationId xmlns:a16="http://schemas.microsoft.com/office/drawing/2014/main" id="{94E70866-5F4B-3D4A-A10F-216AC72B49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22" name="Marcador de texto 11">
            <a:extLst>
              <a:ext uri="{FF2B5EF4-FFF2-40B4-BE49-F238E27FC236}">
                <a16:creationId xmlns:a16="http://schemas.microsoft.com/office/drawing/2014/main" id="{A2BAD638-3895-A34D-A55A-A01F7AE9268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287862792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63081" y="2459685"/>
            <a:ext cx="2301233" cy="1728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3443063" y="2459684"/>
            <a:ext cx="5338019" cy="2913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419705" y="2459685"/>
            <a:ext cx="2301233" cy="1728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12005357" y="2459684"/>
            <a:ext cx="5338019" cy="2913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63081" y="5829866"/>
            <a:ext cx="2301233" cy="1728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3443063" y="5829866"/>
            <a:ext cx="5338019" cy="2913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9419705" y="5829866"/>
            <a:ext cx="2301233" cy="1728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419" baseline="0"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12005357" y="5829866"/>
            <a:ext cx="5338019" cy="2913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890" baseline="0">
                <a:latin typeface="Roboto" pitchFamily="2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1080"/>
              </a:spcAft>
              <a:buFont typeface="Arial" panose="020B0604020202020204" pitchFamily="34" charset="0"/>
              <a:buNone/>
              <a:defRPr sz="1620" i="1" baseline="0">
                <a:latin typeface="Roboto" pitchFamily="2" charset="0"/>
                <a:ea typeface="Arial" charset="0"/>
                <a:cs typeface="Arial" charset="0"/>
              </a:defRPr>
            </a:lvl2pPr>
            <a:lvl3pPr marL="0" indent="0">
              <a:buNone/>
              <a:defRPr sz="1620" baseline="0">
                <a:latin typeface="Roboto" pitchFamily="2" charset="0"/>
                <a:ea typeface="Arial" charset="0"/>
                <a:cs typeface="Arial" charset="0"/>
              </a:defRPr>
            </a:lvl3pPr>
            <a:lvl4pPr marL="694374" indent="-231459">
              <a:defRPr sz="1620"/>
            </a:lvl4pPr>
            <a:lvl5pPr>
              <a:defRPr sz="162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9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3AFF7C5-48D6-0C44-84A7-AF64E0AFD71C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48AF3EC-9F6C-A044-94B0-20530A42B007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4EE654CF-53F4-0344-AB48-9F0EF68D4A89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6" name="Marcador de texto 11">
            <a:extLst>
              <a:ext uri="{FF2B5EF4-FFF2-40B4-BE49-F238E27FC236}">
                <a16:creationId xmlns:a16="http://schemas.microsoft.com/office/drawing/2014/main" id="{A47AFC5B-0A0B-E44F-99B6-4E81503802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22" name="Marcador de texto 11">
            <a:extLst>
              <a:ext uri="{FF2B5EF4-FFF2-40B4-BE49-F238E27FC236}">
                <a16:creationId xmlns:a16="http://schemas.microsoft.com/office/drawing/2014/main" id="{66232AFD-E67B-AD49-8E2C-0C8461077B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102250385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444748"/>
            <a:ext cx="3657600" cy="47619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34000" y="2444748"/>
            <a:ext cx="3657600" cy="47619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296400" y="2444748"/>
            <a:ext cx="3657600" cy="47619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3258800" y="2444748"/>
            <a:ext cx="3657600" cy="47619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71600" y="7470851"/>
            <a:ext cx="3657600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9"/>
          <p:cNvSpPr>
            <a:spLocks noGrp="1"/>
          </p:cNvSpPr>
          <p:nvPr>
            <p:ph type="body" sz="quarter" idx="26" hasCustomPrompt="1"/>
          </p:nvPr>
        </p:nvSpPr>
        <p:spPr>
          <a:xfrm>
            <a:off x="5353728" y="7470851"/>
            <a:ext cx="3657600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7" hasCustomPrompt="1"/>
          </p:nvPr>
        </p:nvSpPr>
        <p:spPr>
          <a:xfrm>
            <a:off x="9304500" y="7470851"/>
            <a:ext cx="3657600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13286628" y="7470851"/>
            <a:ext cx="3657600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087B07E-EAC9-4B4E-A87E-5B05393C4978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E394D44B-2E49-0B42-A5A5-A60C50ABDE79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E5423437-DB9A-4046-9810-B6FA65D005E3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6" name="Marcador de texto 11">
            <a:extLst>
              <a:ext uri="{FF2B5EF4-FFF2-40B4-BE49-F238E27FC236}">
                <a16:creationId xmlns:a16="http://schemas.microsoft.com/office/drawing/2014/main" id="{FC27C88D-7E29-D94B-81AA-98E6AB11E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7" name="Marcador de texto 11">
            <a:extLst>
              <a:ext uri="{FF2B5EF4-FFF2-40B4-BE49-F238E27FC236}">
                <a16:creationId xmlns:a16="http://schemas.microsoft.com/office/drawing/2014/main" id="{554B5863-BCB1-4640-A652-8E64351DADD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2420333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412999"/>
            <a:ext cx="3657600" cy="479365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34000" y="2412999"/>
            <a:ext cx="3657600" cy="479365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296400" y="2412999"/>
            <a:ext cx="3657600" cy="479365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3258800" y="2412999"/>
            <a:ext cx="3657600" cy="479365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71600" y="7470851"/>
            <a:ext cx="3657600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5334000" y="7470851"/>
            <a:ext cx="3657600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296400" y="7470851"/>
            <a:ext cx="3657600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13258800" y="7470851"/>
            <a:ext cx="3657600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C0E506C-51C7-1449-B039-2CDA581350BD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8785EBD7-2A72-D541-94A5-F0983EF05FAA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B11E2EB1-2F75-7047-9635-EB9592ADD9B6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6" name="Marcador de texto 11">
            <a:extLst>
              <a:ext uri="{FF2B5EF4-FFF2-40B4-BE49-F238E27FC236}">
                <a16:creationId xmlns:a16="http://schemas.microsoft.com/office/drawing/2014/main" id="{C8823401-1A6A-114F-AE1F-FF8043A5BB5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7" name="Marcador de texto 11">
            <a:extLst>
              <a:ext uri="{FF2B5EF4-FFF2-40B4-BE49-F238E27FC236}">
                <a16:creationId xmlns:a16="http://schemas.microsoft.com/office/drawing/2014/main" id="{C304A665-0D2F-1341-A5FA-6C5FC6F337F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424434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444748"/>
            <a:ext cx="3657600" cy="47619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34000" y="2444748"/>
            <a:ext cx="3657600" cy="47619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296400" y="2444748"/>
            <a:ext cx="3657600" cy="47619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3258800" y="2444748"/>
            <a:ext cx="3657600" cy="47619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71600" y="7470851"/>
            <a:ext cx="3657600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5334000" y="7470851"/>
            <a:ext cx="3657600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296400" y="7470851"/>
            <a:ext cx="3657600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 hasCustomPrompt="1"/>
          </p:nvPr>
        </p:nvSpPr>
        <p:spPr>
          <a:xfrm>
            <a:off x="13258800" y="7470851"/>
            <a:ext cx="3657600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58F3B84-C8F2-9C43-A925-C4A7CD48D0FE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E336A45D-5CBC-FC46-AEC3-7A60F1830DFE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50AFFEF1-B990-404E-8378-0CE51310D181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6" name="Marcador de texto 11">
            <a:extLst>
              <a:ext uri="{FF2B5EF4-FFF2-40B4-BE49-F238E27FC236}">
                <a16:creationId xmlns:a16="http://schemas.microsoft.com/office/drawing/2014/main" id="{25DA8660-4927-F74A-A7BB-F7D6657E7C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7" name="Marcador de texto 11">
            <a:extLst>
              <a:ext uri="{FF2B5EF4-FFF2-40B4-BE49-F238E27FC236}">
                <a16:creationId xmlns:a16="http://schemas.microsoft.com/office/drawing/2014/main" id="{DE0CC6D8-980F-814A-8928-0DDFBE2A96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693682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413003"/>
            <a:ext cx="4992624" cy="47936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647688" y="2413003"/>
            <a:ext cx="4992624" cy="47936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939700" y="2413003"/>
            <a:ext cx="4992624" cy="47936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71600" y="7470851"/>
            <a:ext cx="499262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None/>
              <a:defRPr sz="1890"/>
            </a:lvl1pPr>
            <a:lvl2pPr marL="205734" indent="-205734">
              <a:buClr>
                <a:schemeClr val="accent2"/>
              </a:buClr>
              <a:buFont typeface="Arial" panose="020B0604020202020204" pitchFamily="34" charset="0"/>
              <a:buChar char="•"/>
              <a:defRPr sz="1890"/>
            </a:lvl2pPr>
            <a:lvl3pPr marL="411470" indent="-205734">
              <a:buClr>
                <a:schemeClr val="accent2"/>
              </a:buClr>
              <a:buFont typeface="Courier New"/>
              <a:buChar char="o"/>
              <a:defRPr sz="1890"/>
            </a:lvl3pPr>
            <a:lvl4pPr marL="720072" indent="-308603">
              <a:buClr>
                <a:schemeClr val="accent2"/>
              </a:buClr>
              <a:defRPr sz="1890"/>
            </a:lvl4pPr>
            <a:lvl5pPr marL="1028675" indent="-308603"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647688" y="7470851"/>
            <a:ext cx="499262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None/>
              <a:defRPr sz="1890"/>
            </a:lvl1pPr>
            <a:lvl2pPr marL="205734" indent="-205734">
              <a:buClr>
                <a:schemeClr val="accent2"/>
              </a:buClr>
              <a:buFont typeface="Arial" panose="020B0604020202020204" pitchFamily="34" charset="0"/>
              <a:buChar char="•"/>
              <a:defRPr sz="1890"/>
            </a:lvl2pPr>
            <a:lvl3pPr marL="411470" indent="-205734">
              <a:buClr>
                <a:schemeClr val="accent2"/>
              </a:buClr>
              <a:buFont typeface="Courier New"/>
              <a:buChar char="o"/>
              <a:defRPr sz="1890"/>
            </a:lvl3pPr>
            <a:lvl4pPr marL="720072" indent="-308603">
              <a:buClr>
                <a:schemeClr val="accent2"/>
              </a:buClr>
              <a:defRPr sz="1890"/>
            </a:lvl4pPr>
            <a:lvl5pPr marL="1028675" indent="-308603"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11923776" y="7470851"/>
            <a:ext cx="499262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None/>
              <a:defRPr sz="1890"/>
            </a:lvl1pPr>
            <a:lvl2pPr marL="205734" indent="-205734">
              <a:buClr>
                <a:schemeClr val="accent2"/>
              </a:buClr>
              <a:buFont typeface="Arial" panose="020B0604020202020204" pitchFamily="34" charset="0"/>
              <a:buChar char="•"/>
              <a:defRPr sz="1890"/>
            </a:lvl2pPr>
            <a:lvl3pPr marL="411470" indent="-205734">
              <a:buClr>
                <a:schemeClr val="accent2"/>
              </a:buClr>
              <a:buFont typeface="Courier New"/>
              <a:buChar char="o"/>
              <a:defRPr sz="1890"/>
            </a:lvl3pPr>
            <a:lvl4pPr marL="720072" indent="-308603">
              <a:buClr>
                <a:schemeClr val="accent2"/>
              </a:buClr>
              <a:defRPr sz="1890"/>
            </a:lvl4pPr>
            <a:lvl5pPr marL="1028675" indent="-308603"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7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11">
            <a:extLst>
              <a:ext uri="{FF2B5EF4-FFF2-40B4-BE49-F238E27FC236}">
                <a16:creationId xmlns:a16="http://schemas.microsoft.com/office/drawing/2014/main" id="{A236F85E-38A7-B446-977B-D5FB522971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22" name="Marcador de texto 11">
            <a:extLst>
              <a:ext uri="{FF2B5EF4-FFF2-40B4-BE49-F238E27FC236}">
                <a16:creationId xmlns:a16="http://schemas.microsoft.com/office/drawing/2014/main" id="{BE937979-69CA-7643-983F-301F5FF8E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650DC89-34B8-A144-B113-43682E80A804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5418B2F6-AC28-2449-ABE5-FCA2E3527B34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65065D22-F584-864F-A690-7A733EFD848E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306221918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413001"/>
            <a:ext cx="4992624" cy="47936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647688" y="2413001"/>
            <a:ext cx="4992624" cy="47936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939700" y="2413001"/>
            <a:ext cx="4992624" cy="47936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71600" y="7470851"/>
            <a:ext cx="499262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647688" y="7470851"/>
            <a:ext cx="499262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11923776" y="7470851"/>
            <a:ext cx="499262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7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texto 11"/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Arial 26pt</a:t>
            </a:r>
          </a:p>
        </p:txBody>
      </p:sp>
      <p:sp>
        <p:nvSpPr>
          <p:cNvPr id="19" name="Marcador de texto 11"/>
          <p:cNvSpPr>
            <a:spLocks noGrp="1"/>
          </p:cNvSpPr>
          <p:nvPr>
            <p:ph type="body" sz="quarter" idx="13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Arial 12pt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66E516-E53A-B245-821E-F12D1E81FE1B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A2883027-7084-4045-9576-541C39D7B9EE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DE729CE8-A52F-0944-A1B8-B295A2D3C6F0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</p:spTree>
    <p:extLst>
      <p:ext uri="{BB962C8B-B14F-4D97-AF65-F5344CB8AC3E}">
        <p14:creationId xmlns:p14="http://schemas.microsoft.com/office/powerpoint/2010/main" val="277721339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444750"/>
            <a:ext cx="4992624" cy="47619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647688" y="2444750"/>
            <a:ext cx="4992624" cy="47619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939700" y="2444750"/>
            <a:ext cx="4992624" cy="47619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71600" y="7470851"/>
            <a:ext cx="499262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514344" indent="-308610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647688" y="7470851"/>
            <a:ext cx="499262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11923776" y="7470851"/>
            <a:ext cx="499262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7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3C47439-2233-C641-B5ED-82572016E724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" pitchFamily="2" charset="0"/>
              <a:ea typeface="Arial" charset="0"/>
              <a:cs typeface="Arial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F8D385B0-6826-634F-8C72-53F71BDD5DC3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" pitchFamily="2" charset="0"/>
              <a:ea typeface="Arial" charset="0"/>
              <a:cs typeface="Arial" charset="0"/>
            </a:endParaRP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D14D4CF3-D5FE-7D4D-8B09-AE87D4725BD8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7D66F7A9-0588-8C4A-A4A9-446CEE8052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5" name="Marcador de texto 11">
            <a:extLst>
              <a:ext uri="{FF2B5EF4-FFF2-40B4-BE49-F238E27FC236}">
                <a16:creationId xmlns:a16="http://schemas.microsoft.com/office/drawing/2014/main" id="{2F64A0B5-9C7D-6D46-B5D9-9149F15DD1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124771046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Subtitl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1" y="2444750"/>
            <a:ext cx="7628384" cy="47619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9288019" y="2444750"/>
            <a:ext cx="7628384" cy="47619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71601" y="7470851"/>
            <a:ext cx="762838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9288019" y="7470851"/>
            <a:ext cx="762838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0B424CC-954C-1F48-8A41-DE4B9D64BB98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ED19B388-06D7-9041-9403-C6F77CB5FCB4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512A9E39-00EF-5949-A751-314784F82132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0982B0F3-B716-6649-B636-18DF981A04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DF3F8801-F4B2-FD40-A79B-AC2A8D5BDC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302828582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Subtitle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1" y="2444750"/>
            <a:ext cx="7628384" cy="47619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9288019" y="2444750"/>
            <a:ext cx="7628384" cy="47619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71601" y="7470851"/>
            <a:ext cx="762838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9288019" y="7470851"/>
            <a:ext cx="762838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FA2DCAF-58FA-4146-877F-223AF91A3717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4528049C-5B35-FF46-95E3-1CA1F5456153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CE9CD72E-8F77-1946-BE48-CF57981C84F2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D65EE6B9-6DF3-3D44-8549-AA813F9DD5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3E63B5F8-972B-9443-A9AF-13252637339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7990882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Subtitle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1" y="2444750"/>
            <a:ext cx="7628384" cy="47619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9288019" y="2444750"/>
            <a:ext cx="7628384" cy="47619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890" baseline="0">
                <a:latin typeface="Roboto" pitchFamily="2" charset="0"/>
              </a:defRPr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71601" y="7470851"/>
            <a:ext cx="762838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9288019" y="7470851"/>
            <a:ext cx="7628384" cy="14382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1"/>
              </a:buClr>
              <a:buNone/>
              <a:defRPr sz="1890" baseline="0">
                <a:latin typeface="Roboto" pitchFamily="2" charset="0"/>
              </a:defRPr>
            </a:lvl1pPr>
            <a:lvl2pPr marL="205734" indent="-205734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11470" indent="-205734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720072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 marL="1028675" indent="-308603">
              <a:buClr>
                <a:schemeClr val="accent1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4D998D3-164D-C147-AF6C-00182D3A29CB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8164FE62-12C3-E74A-9B4E-319FDBCDF2EF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903180F0-5C05-0943-BBA1-F815EF8EF9DA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F379A313-A09F-6541-8358-6F0A482703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5EAB77FB-A5F3-9D48-AE99-9C674C20B36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303891144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34796" y="7327611"/>
            <a:ext cx="3662172" cy="1784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90" baseline="0">
                <a:latin typeface="Roboto" pitchFamily="2" charset="0"/>
              </a:defRPr>
            </a:lvl1pPr>
            <a:lvl2pPr marL="231459" indent="-231459"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defRPr sz="1890" baseline="0">
                <a:latin typeface="Roboto" pitchFamily="2" charset="0"/>
              </a:defRPr>
            </a:lvl3pPr>
            <a:lvl4pPr marL="694374" indent="-231459">
              <a:defRPr sz="1890" baseline="0">
                <a:latin typeface="Roboto" pitchFamily="2" charset="0"/>
              </a:defRPr>
            </a:lvl4pPr>
            <a:lvl5pP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5295672" y="7327611"/>
            <a:ext cx="3662172" cy="17846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90" baseline="0">
                <a:latin typeface="Roboto" pitchFamily="2" charset="0"/>
              </a:defRPr>
            </a:lvl1pPr>
            <a:lvl2pPr marL="231459" indent="-231459"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defRPr sz="1890" baseline="0">
                <a:latin typeface="Roboto" pitchFamily="2" charset="0"/>
              </a:defRPr>
            </a:lvl3pPr>
            <a:lvl4pPr marL="694374" indent="-231459">
              <a:defRPr sz="1890" baseline="0">
                <a:latin typeface="Roboto" pitchFamily="2" charset="0"/>
              </a:defRPr>
            </a:lvl4pPr>
            <a:lvl5pP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9256548" y="7327611"/>
            <a:ext cx="3662172" cy="17846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90" baseline="0">
                <a:latin typeface="Roboto" pitchFamily="2" charset="0"/>
              </a:defRPr>
            </a:lvl1pPr>
            <a:lvl2pPr marL="231459" indent="-231459"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defRPr sz="1890" baseline="0">
                <a:latin typeface="Roboto" pitchFamily="2" charset="0"/>
              </a:defRPr>
            </a:lvl3pPr>
            <a:lvl4pPr marL="694374" indent="-231459">
              <a:defRPr sz="1890" baseline="0">
                <a:latin typeface="Roboto" pitchFamily="2" charset="0"/>
              </a:defRPr>
            </a:lvl4pPr>
            <a:lvl5pP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13217424" y="7327611"/>
            <a:ext cx="3662172" cy="17846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90" baseline="0">
                <a:latin typeface="Roboto" pitchFamily="2" charset="0"/>
              </a:defRPr>
            </a:lvl1pPr>
            <a:lvl2pPr marL="231459" indent="-231459"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defRPr sz="1890" baseline="0">
                <a:latin typeface="Roboto" pitchFamily="2" charset="0"/>
              </a:defRPr>
            </a:lvl3pPr>
            <a:lvl4pPr marL="694374" indent="-231459">
              <a:defRPr sz="1890" baseline="0">
                <a:latin typeface="Roboto" pitchFamily="2" charset="0"/>
              </a:defRPr>
            </a:lvl4pPr>
            <a:lvl5pP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7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0076" y="2292352"/>
            <a:ext cx="3657600" cy="22478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 dirty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32476" y="2292352"/>
            <a:ext cx="3657600" cy="22478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294876" y="2292352"/>
            <a:ext cx="3657600" cy="22478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3257276" y="2292352"/>
            <a:ext cx="3657600" cy="22478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1370076" y="4832353"/>
            <a:ext cx="3657600" cy="22478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 dirty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5332476" y="4832353"/>
            <a:ext cx="3657600" cy="22478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9294876" y="4832353"/>
            <a:ext cx="3657600" cy="22478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13257276" y="4832353"/>
            <a:ext cx="3657600" cy="22478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9E00161-8FE6-7344-8000-D1B8655BCD56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8E8BDC93-DD93-3342-854D-AD57568DB12B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25DCAEB6-C361-CF49-8655-58878154D5E2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20" name="Marcador de texto 11">
            <a:extLst>
              <a:ext uri="{FF2B5EF4-FFF2-40B4-BE49-F238E27FC236}">
                <a16:creationId xmlns:a16="http://schemas.microsoft.com/office/drawing/2014/main" id="{F74DBA38-2ECF-224D-A58F-E7D2E468F2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34" name="Marcador de texto 11">
            <a:extLst>
              <a:ext uri="{FF2B5EF4-FFF2-40B4-BE49-F238E27FC236}">
                <a16:creationId xmlns:a16="http://schemas.microsoft.com/office/drawing/2014/main" id="{F1841F5A-5F88-CC4F-A0C1-9FAB1D677F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41367096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228849"/>
            <a:ext cx="4992624" cy="2247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647688" y="2228849"/>
            <a:ext cx="4992624" cy="2247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923776" y="2228849"/>
            <a:ext cx="4992624" cy="2247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35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71600" y="7196033"/>
            <a:ext cx="4992624" cy="185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80" baseline="0">
                <a:latin typeface="Roboto" pitchFamily="2" charset="0"/>
              </a:defRPr>
            </a:lvl1pPr>
            <a:lvl2pPr marL="231459" indent="-231459"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defRPr sz="1890" baseline="0">
                <a:latin typeface="Roboto" pitchFamily="2" charset="0"/>
              </a:defRPr>
            </a:lvl3pPr>
            <a:lvl4pPr marL="694374" indent="-231459">
              <a:defRPr sz="1890" baseline="0">
                <a:latin typeface="Roboto" pitchFamily="2" charset="0"/>
              </a:defRPr>
            </a:lvl4pPr>
            <a:lvl5pP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647688" y="7196033"/>
            <a:ext cx="4992624" cy="185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35" baseline="0">
                <a:latin typeface="Roboto" pitchFamily="2" charset="0"/>
              </a:defRPr>
            </a:lvl1pPr>
            <a:lvl2pPr marL="231459" indent="-231459"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defRPr sz="1890" baseline="0">
                <a:latin typeface="Roboto" pitchFamily="2" charset="0"/>
              </a:defRPr>
            </a:lvl3pPr>
            <a:lvl4pPr marL="694374" indent="-231459">
              <a:defRPr sz="1890" baseline="0">
                <a:latin typeface="Roboto" pitchFamily="2" charset="0"/>
              </a:defRPr>
            </a:lvl4pPr>
            <a:lvl5pP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11923776" y="7196033"/>
            <a:ext cx="4992624" cy="185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35" baseline="0">
                <a:latin typeface="Roboto" pitchFamily="2" charset="0"/>
              </a:defRPr>
            </a:lvl1pPr>
            <a:lvl2pPr marL="231459" indent="-231459"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defRPr sz="1890" baseline="0">
                <a:latin typeface="Roboto" pitchFamily="2" charset="0"/>
              </a:defRPr>
            </a:lvl3pPr>
            <a:lvl4pPr marL="694374" indent="-231459">
              <a:defRPr sz="1890" baseline="0">
                <a:latin typeface="Roboto" pitchFamily="2" charset="0"/>
              </a:defRPr>
            </a:lvl4pPr>
            <a:lvl5pP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1371600" y="4737099"/>
            <a:ext cx="4992624" cy="2247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647688" y="4737099"/>
            <a:ext cx="4992624" cy="2247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11923776" y="4737099"/>
            <a:ext cx="4992624" cy="2247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D46E15F-A92B-3F40-9C29-255CDA387414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EA6D0AD8-3C07-004D-A4A7-33F48E7C1727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A2B35465-5519-F245-B241-11BA9D62C8E3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8" name="Marcador de texto 11">
            <a:extLst>
              <a:ext uri="{FF2B5EF4-FFF2-40B4-BE49-F238E27FC236}">
                <a16:creationId xmlns:a16="http://schemas.microsoft.com/office/drawing/2014/main" id="{E90820BB-2454-0548-97CC-8B709478057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9" name="Marcador de texto 11">
            <a:extLst>
              <a:ext uri="{FF2B5EF4-FFF2-40B4-BE49-F238E27FC236}">
                <a16:creationId xmlns:a16="http://schemas.microsoft.com/office/drawing/2014/main" id="{8E0DC73E-6D6D-6F40-834B-878F1BA783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3885354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3890" y="2292351"/>
            <a:ext cx="7628384" cy="22161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9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9290305" y="2292351"/>
            <a:ext cx="7628384" cy="22161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50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71600" y="7166180"/>
            <a:ext cx="7626096" cy="21048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80" baseline="0">
                <a:latin typeface="Roboto" pitchFamily="2" charset="0"/>
              </a:defRPr>
            </a:lvl1pPr>
            <a:lvl2pPr marL="231459" indent="-231459"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defRPr sz="1890" baseline="0">
                <a:latin typeface="Roboto" pitchFamily="2" charset="0"/>
              </a:defRPr>
            </a:lvl3pPr>
            <a:lvl4pPr marL="694374" indent="-231459">
              <a:defRPr sz="1890" baseline="0">
                <a:latin typeface="Roboto" pitchFamily="2" charset="0"/>
              </a:defRPr>
            </a:lvl4pPr>
            <a:lvl5pP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1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9290304" y="7166180"/>
            <a:ext cx="7626096" cy="21048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35" baseline="0">
                <a:latin typeface="Roboto" pitchFamily="2" charset="0"/>
              </a:defRPr>
            </a:lvl1pPr>
            <a:lvl2pPr marL="231459" indent="-231459"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defRPr sz="1890" baseline="0">
                <a:latin typeface="Roboto" pitchFamily="2" charset="0"/>
              </a:defRPr>
            </a:lvl3pPr>
            <a:lvl4pPr marL="694374" indent="-231459">
              <a:defRPr sz="1890" baseline="0">
                <a:latin typeface="Roboto" pitchFamily="2" charset="0"/>
              </a:defRPr>
            </a:lvl4pPr>
            <a:lvl5pP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1373890" y="4705352"/>
            <a:ext cx="7628384" cy="22161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5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9290305" y="4705352"/>
            <a:ext cx="7628384" cy="22161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410447D-D1A0-894A-9E7B-B750591C2104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8C63574C-7E0E-1D40-B06C-9FE3882823CB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13EC18E1-9F85-1A47-89A4-D5119465381D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A580613-6561-3A47-B127-11B4247E94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8" name="Marcador de texto 11">
            <a:extLst>
              <a:ext uri="{FF2B5EF4-FFF2-40B4-BE49-F238E27FC236}">
                <a16:creationId xmlns:a16="http://schemas.microsoft.com/office/drawing/2014/main" id="{933EAC59-E25F-834F-A47A-E6C69A7564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3256369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 Subtitl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508249"/>
            <a:ext cx="4992624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 dirty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647688" y="2508249"/>
            <a:ext cx="4992624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923776" y="2508249"/>
            <a:ext cx="4992624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1371600" y="5112435"/>
            <a:ext cx="4992624" cy="949171"/>
          </a:xfrm>
          <a:prstGeom prst="rect">
            <a:avLst/>
          </a:prstGeom>
          <a:solidFill>
            <a:schemeClr val="accent2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647688" y="5112435"/>
            <a:ext cx="4992624" cy="949171"/>
          </a:xfrm>
          <a:prstGeom prst="rect">
            <a:avLst/>
          </a:prstGeom>
          <a:solidFill>
            <a:schemeClr val="accent2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11923776" y="5112435"/>
            <a:ext cx="4992624" cy="949171"/>
          </a:xfrm>
          <a:prstGeom prst="rect">
            <a:avLst/>
          </a:prstGeom>
          <a:solidFill>
            <a:schemeClr val="accent2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71600" y="6318458"/>
            <a:ext cx="4992624" cy="262603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8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7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6639296" y="6318458"/>
            <a:ext cx="4992624" cy="262603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8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1938349" y="6318458"/>
            <a:ext cx="4992624" cy="262603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8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AA58FAD-D6B7-6E4F-893E-CBF5A178EBE8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27733099-C7DA-414E-ADC8-AA24C02CC478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FF0CF2B9-11AC-9A49-A650-806F7D1CDDF6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8" name="Marcador de texto 11">
            <a:extLst>
              <a:ext uri="{FF2B5EF4-FFF2-40B4-BE49-F238E27FC236}">
                <a16:creationId xmlns:a16="http://schemas.microsoft.com/office/drawing/2014/main" id="{6B2B69BB-523A-9748-8CA2-CF31B7205A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9" name="Marcador de texto 11">
            <a:extLst>
              <a:ext uri="{FF2B5EF4-FFF2-40B4-BE49-F238E27FC236}">
                <a16:creationId xmlns:a16="http://schemas.microsoft.com/office/drawing/2014/main" id="{43F381E2-C3CD-C34D-946D-8494363AFB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104183021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 Subtitle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508249"/>
            <a:ext cx="4992624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 dirty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647688" y="2508249"/>
            <a:ext cx="4992624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923776" y="2508249"/>
            <a:ext cx="4992624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1371600" y="5112435"/>
            <a:ext cx="4992624" cy="949171"/>
          </a:xfrm>
          <a:prstGeom prst="rect">
            <a:avLst/>
          </a:prstGeom>
          <a:solidFill>
            <a:schemeClr val="accent3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647688" y="5112435"/>
            <a:ext cx="4992624" cy="949171"/>
          </a:xfrm>
          <a:prstGeom prst="rect">
            <a:avLst/>
          </a:prstGeom>
          <a:solidFill>
            <a:schemeClr val="accent3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11923776" y="5112435"/>
            <a:ext cx="4992624" cy="949171"/>
          </a:xfrm>
          <a:prstGeom prst="rect">
            <a:avLst/>
          </a:prstGeom>
          <a:solidFill>
            <a:schemeClr val="accent3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71600" y="6318458"/>
            <a:ext cx="4992624" cy="262603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8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7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6639296" y="6318458"/>
            <a:ext cx="4992624" cy="262603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8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1906994" y="6318458"/>
            <a:ext cx="4992624" cy="262603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8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1AD36EB-663C-AB4F-9C9D-8F2AE33891B3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AF472D2D-85CD-294D-ACC3-18875951C282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AC68CAD7-6940-4C46-8687-9F4FF8B3C0E1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8" name="Marcador de texto 11">
            <a:extLst>
              <a:ext uri="{FF2B5EF4-FFF2-40B4-BE49-F238E27FC236}">
                <a16:creationId xmlns:a16="http://schemas.microsoft.com/office/drawing/2014/main" id="{FDE6AC54-DB6C-D64A-B549-BE4100209B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9" name="Marcador de texto 11">
            <a:extLst>
              <a:ext uri="{FF2B5EF4-FFF2-40B4-BE49-F238E27FC236}">
                <a16:creationId xmlns:a16="http://schemas.microsoft.com/office/drawing/2014/main" id="{DA24D8A6-EECC-FF4B-A0BA-2CC196217E3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377111012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 Subtitle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508249"/>
            <a:ext cx="4992624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 dirty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647688" y="2508249"/>
            <a:ext cx="4992624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923776" y="2508249"/>
            <a:ext cx="4992624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1371600" y="5112435"/>
            <a:ext cx="4992624" cy="949171"/>
          </a:xfrm>
          <a:prstGeom prst="rect">
            <a:avLst/>
          </a:prstGeom>
          <a:solidFill>
            <a:schemeClr val="accent1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647688" y="5112435"/>
            <a:ext cx="4992624" cy="949171"/>
          </a:xfrm>
          <a:prstGeom prst="rect">
            <a:avLst/>
          </a:prstGeom>
          <a:solidFill>
            <a:schemeClr val="accent1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11923776" y="5112435"/>
            <a:ext cx="4992624" cy="949171"/>
          </a:xfrm>
          <a:prstGeom prst="rect">
            <a:avLst/>
          </a:prstGeom>
          <a:solidFill>
            <a:schemeClr val="accent1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71600" y="6318458"/>
            <a:ext cx="4992624" cy="262603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None/>
              <a:defRPr sz="2880" baseline="0">
                <a:latin typeface="Roboto" pitchFamily="2" charset="0"/>
              </a:defRPr>
            </a:lvl1pPr>
            <a:lvl2pPr marL="231459" indent="-231459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1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6647688" y="6318458"/>
            <a:ext cx="4992624" cy="262603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None/>
              <a:defRPr sz="2835" baseline="0">
                <a:latin typeface="Roboto" pitchFamily="2" charset="0"/>
              </a:defRPr>
            </a:lvl1pPr>
            <a:lvl2pPr marL="231459" indent="-231459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540066" indent="-308610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1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11923776" y="6318458"/>
            <a:ext cx="4992624" cy="262603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None/>
              <a:defRPr sz="2835" baseline="0">
                <a:latin typeface="Roboto" pitchFamily="2" charset="0"/>
              </a:defRPr>
            </a:lvl1pPr>
            <a:lvl2pPr marL="231459" indent="-231459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1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7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3284DCF-2E6E-8B47-9DF2-A36557EFBB02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ACD0FC06-4C36-7C46-9A3F-18B779358DA9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265BE349-BFDB-344A-8637-49F72C0BB67F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8" name="Marcador de texto 11">
            <a:extLst>
              <a:ext uri="{FF2B5EF4-FFF2-40B4-BE49-F238E27FC236}">
                <a16:creationId xmlns:a16="http://schemas.microsoft.com/office/drawing/2014/main" id="{8CA8AC4C-48B8-AD41-A24F-643A4BB0468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9" name="Marcador de texto 11">
            <a:extLst>
              <a:ext uri="{FF2B5EF4-FFF2-40B4-BE49-F238E27FC236}">
                <a16:creationId xmlns:a16="http://schemas.microsoft.com/office/drawing/2014/main" id="{B998411D-3B02-5042-9F2F-3F9AB9B71E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352215004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 Subtitl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1" y="2540000"/>
            <a:ext cx="7628384" cy="35216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9288019" y="2540000"/>
            <a:ext cx="7628384" cy="35216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1371600" y="5112435"/>
            <a:ext cx="7626096" cy="949171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9290304" y="5112435"/>
            <a:ext cx="7626096" cy="949171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71600" y="6318458"/>
            <a:ext cx="7626096" cy="255459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35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9290304" y="6318458"/>
            <a:ext cx="7626096" cy="255459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35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9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2930B07-D55A-E94C-834A-5AD7FBF5336C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C294EBB8-3613-AD42-9737-CCFD03B57D62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484C8A0F-07D6-404C-8E03-251EF97D4B85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15EF223A-C21C-FD4F-BE05-26A9033E1E2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GB" sz="4680" b="0" i="0" u="none" kern="1200" baseline="0" noProof="1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5" name="Marcador de texto 11">
            <a:extLst>
              <a:ext uri="{FF2B5EF4-FFF2-40B4-BE49-F238E27FC236}">
                <a16:creationId xmlns:a16="http://schemas.microsoft.com/office/drawing/2014/main" id="{4B0A5FC3-CFEF-5F4A-9F41-3938823DCC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2374918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 Subtitle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1" y="2508249"/>
            <a:ext cx="7628384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9288019" y="2508249"/>
            <a:ext cx="7628384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1371600" y="5112435"/>
            <a:ext cx="7626096" cy="949171"/>
          </a:xfrm>
          <a:prstGeom prst="rect">
            <a:avLst/>
          </a:prstGeom>
          <a:solidFill>
            <a:schemeClr val="accent3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9290304" y="5112435"/>
            <a:ext cx="7626096" cy="949171"/>
          </a:xfrm>
          <a:prstGeom prst="rect">
            <a:avLst/>
          </a:prstGeom>
          <a:solidFill>
            <a:schemeClr val="accent3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71600" y="6318458"/>
            <a:ext cx="7626096" cy="255459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35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9290304" y="6318458"/>
            <a:ext cx="7626096" cy="255459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2835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3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9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A0D72CC-DE36-7848-9C27-01F32ED2555E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0668A6EC-FA91-8544-8D25-8963A2EB7F0E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35266A4D-43AE-A84C-A6F9-0B2D38CBDE5D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6D0E0F47-12FE-F74F-B601-1103110D34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5" name="Marcador de texto 11">
            <a:extLst>
              <a:ext uri="{FF2B5EF4-FFF2-40B4-BE49-F238E27FC236}">
                <a16:creationId xmlns:a16="http://schemas.microsoft.com/office/drawing/2014/main" id="{BF7E2329-A212-4E4B-AB87-CDAC60D161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353845045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 Subtitle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1" y="2508249"/>
            <a:ext cx="7628384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9288019" y="2508249"/>
            <a:ext cx="7628384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1371600" y="5112435"/>
            <a:ext cx="7626096" cy="949171"/>
          </a:xfrm>
          <a:prstGeom prst="rect">
            <a:avLst/>
          </a:prstGeom>
          <a:solidFill>
            <a:schemeClr val="accent1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9290304" y="5112435"/>
            <a:ext cx="7626096" cy="949171"/>
          </a:xfrm>
          <a:prstGeom prst="rect">
            <a:avLst/>
          </a:prstGeom>
          <a:solidFill>
            <a:schemeClr val="accent1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71600" y="6318458"/>
            <a:ext cx="7626096" cy="255459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None/>
              <a:defRPr sz="2835" baseline="0">
                <a:latin typeface="Roboto" pitchFamily="2" charset="0"/>
              </a:defRPr>
            </a:lvl1pPr>
            <a:lvl2pPr marL="231459" indent="-231459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1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9290304" y="6318458"/>
            <a:ext cx="7626096" cy="255459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None/>
              <a:defRPr sz="2835" baseline="0">
                <a:latin typeface="Roboto" pitchFamily="2" charset="0"/>
              </a:defRPr>
            </a:lvl1pPr>
            <a:lvl2pPr marL="231459" indent="-231459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1"/>
              </a:buClr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9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B9017A5-8289-B441-AD23-31053B034AB9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525B60FC-A307-B54B-95EE-D53748DB8206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8AB223D-FB8B-F149-8D63-A5BF6CB3ED18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26ACD562-E7B2-D746-80B1-C6B4CC9766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5" name="Marcador de texto 11">
            <a:extLst>
              <a:ext uri="{FF2B5EF4-FFF2-40B4-BE49-F238E27FC236}">
                <a16:creationId xmlns:a16="http://schemas.microsoft.com/office/drawing/2014/main" id="{6F9756CA-941B-6847-9224-0903B9B9B2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130130350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 Subtitl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508249"/>
            <a:ext cx="3657600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 dirty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34000" y="2508249"/>
            <a:ext cx="3657600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296400" y="2508249"/>
            <a:ext cx="3657600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3258800" y="2508249"/>
            <a:ext cx="3657600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371600" y="5112435"/>
            <a:ext cx="3662172" cy="949171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5332476" y="5112435"/>
            <a:ext cx="3662172" cy="949171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9293352" y="5112435"/>
            <a:ext cx="3662172" cy="949171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13254228" y="5112435"/>
            <a:ext cx="3662172" cy="949171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28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71600" y="6318458"/>
            <a:ext cx="3662172" cy="2570337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5332476" y="6318458"/>
            <a:ext cx="3662172" cy="2570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1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9293352" y="6318458"/>
            <a:ext cx="3662172" cy="2570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3254228" y="6318458"/>
            <a:ext cx="3662172" cy="2570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BD7203A-DECA-EE45-A349-B8B7C1EFC764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6060527E-8F6E-FB48-8D17-E0C0B6DA2F55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0F186329-EC49-1E49-8968-596EEBC0BE47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20" name="Marcador de texto 11">
            <a:extLst>
              <a:ext uri="{FF2B5EF4-FFF2-40B4-BE49-F238E27FC236}">
                <a16:creationId xmlns:a16="http://schemas.microsoft.com/office/drawing/2014/main" id="{7017966A-354D-2947-82BC-E34F1AB244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22" name="Marcador de texto 11">
            <a:extLst>
              <a:ext uri="{FF2B5EF4-FFF2-40B4-BE49-F238E27FC236}">
                <a16:creationId xmlns:a16="http://schemas.microsoft.com/office/drawing/2014/main" id="{93168B9E-0D99-154F-B31E-14F8F85AD7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76129882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 Subtitle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508249"/>
            <a:ext cx="3657600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 dirty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34000" y="2508249"/>
            <a:ext cx="3657600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296400" y="2508249"/>
            <a:ext cx="3657600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3258800" y="2508249"/>
            <a:ext cx="3657600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371600" y="5112435"/>
            <a:ext cx="3662172" cy="949171"/>
          </a:xfrm>
          <a:prstGeom prst="rect">
            <a:avLst/>
          </a:prstGeom>
          <a:solidFill>
            <a:schemeClr val="accent3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5332476" y="5112435"/>
            <a:ext cx="3662172" cy="949171"/>
          </a:xfrm>
          <a:prstGeom prst="rect">
            <a:avLst/>
          </a:prstGeom>
          <a:solidFill>
            <a:schemeClr val="accent3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9293352" y="5112435"/>
            <a:ext cx="3662172" cy="949171"/>
          </a:xfrm>
          <a:prstGeom prst="rect">
            <a:avLst/>
          </a:prstGeom>
          <a:solidFill>
            <a:schemeClr val="accent3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13254228" y="5112435"/>
            <a:ext cx="3662172" cy="949171"/>
          </a:xfrm>
          <a:prstGeom prst="rect">
            <a:avLst/>
          </a:prstGeom>
          <a:solidFill>
            <a:schemeClr val="accent3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28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71600" y="6318458"/>
            <a:ext cx="3662172" cy="2570337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5332476" y="6318458"/>
            <a:ext cx="3662172" cy="2570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1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9293352" y="6318458"/>
            <a:ext cx="3662172" cy="2570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3254228" y="6318458"/>
            <a:ext cx="3662172" cy="2570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None/>
              <a:defRPr sz="1890" baseline="0">
                <a:latin typeface="Roboto" pitchFamily="2" charset="0"/>
              </a:defRPr>
            </a:lvl1pPr>
            <a:lvl2pPr marL="231459" indent="-231459">
              <a:buClr>
                <a:schemeClr val="accent3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3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3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A049FBC-A2F5-054B-ACA6-96952854E2B4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4F90BF16-88E2-4C46-97C3-C5882EE37E40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AAE13E2A-9A5A-A24D-AD02-7D0DF7B818D4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20" name="Marcador de texto 11">
            <a:extLst>
              <a:ext uri="{FF2B5EF4-FFF2-40B4-BE49-F238E27FC236}">
                <a16:creationId xmlns:a16="http://schemas.microsoft.com/office/drawing/2014/main" id="{C40191E8-F1E0-FA40-BCCB-899C2521A2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22" name="Marcador de texto 11">
            <a:extLst>
              <a:ext uri="{FF2B5EF4-FFF2-40B4-BE49-F238E27FC236}">
                <a16:creationId xmlns:a16="http://schemas.microsoft.com/office/drawing/2014/main" id="{78DFA747-5FE7-DF46-84B4-78435AEF32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41169204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 Subtitle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371600" y="2508249"/>
            <a:ext cx="3657600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 dirty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334000" y="2508249"/>
            <a:ext cx="3657600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296400" y="2508249"/>
            <a:ext cx="3657600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3258800" y="2508249"/>
            <a:ext cx="3657600" cy="35533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371600" y="5112435"/>
            <a:ext cx="3662172" cy="949171"/>
          </a:xfrm>
          <a:prstGeom prst="rect">
            <a:avLst/>
          </a:prstGeom>
          <a:solidFill>
            <a:schemeClr val="accent1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5332476" y="5112435"/>
            <a:ext cx="3662172" cy="949171"/>
          </a:xfrm>
          <a:prstGeom prst="rect">
            <a:avLst/>
          </a:prstGeom>
          <a:solidFill>
            <a:schemeClr val="accent1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9293352" y="5112435"/>
            <a:ext cx="3662172" cy="949171"/>
          </a:xfrm>
          <a:prstGeom prst="rect">
            <a:avLst/>
          </a:prstGeom>
          <a:solidFill>
            <a:schemeClr val="accent1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13254228" y="5112435"/>
            <a:ext cx="3662172" cy="949171"/>
          </a:xfrm>
          <a:prstGeom prst="rect">
            <a:avLst/>
          </a:prstGeom>
          <a:solidFill>
            <a:schemeClr val="accent1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28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371600" y="6318458"/>
            <a:ext cx="3662172" cy="2570337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1"/>
              </a:buClr>
              <a:buNone/>
              <a:defRPr sz="1890" baseline="0">
                <a:latin typeface="Roboto" pitchFamily="2" charset="0"/>
              </a:defRPr>
            </a:lvl1pPr>
            <a:lvl2pPr marL="231459" indent="-231459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5332476" y="6318458"/>
            <a:ext cx="3662172" cy="2570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1"/>
              </a:buClr>
              <a:buNone/>
              <a:defRPr sz="1890" baseline="0">
                <a:latin typeface="Roboto" pitchFamily="2" charset="0"/>
              </a:defRPr>
            </a:lvl1pPr>
            <a:lvl2pPr marL="231459" indent="-231459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1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9293352" y="6318458"/>
            <a:ext cx="3662172" cy="2570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1"/>
              </a:buClr>
              <a:buNone/>
              <a:defRPr sz="1890" baseline="0">
                <a:latin typeface="Roboto" pitchFamily="2" charset="0"/>
              </a:defRPr>
            </a:lvl1pPr>
            <a:lvl2pPr marL="231459" indent="-231459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3254228" y="6318458"/>
            <a:ext cx="3662172" cy="2570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1"/>
              </a:buClr>
              <a:buNone/>
              <a:defRPr sz="1890" baseline="0">
                <a:latin typeface="Roboto" pitchFamily="2" charset="0"/>
              </a:defRPr>
            </a:lvl1pPr>
            <a:lvl2pPr marL="231459" indent="-231459">
              <a:buClr>
                <a:schemeClr val="accent1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1"/>
              </a:buClr>
              <a:buFont typeface="Courier New"/>
              <a:buChar char="o"/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1"/>
              </a:buClr>
              <a:defRPr sz="1890" baseline="0">
                <a:latin typeface="Roboto" pitchFamily="2" charset="0"/>
              </a:defRPr>
            </a:lvl4pPr>
            <a:lvl5pPr>
              <a:buClr>
                <a:schemeClr val="accent2"/>
              </a:buClr>
              <a:defRPr sz="1890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5F76D30-6BE5-9E49-8ECA-2BDCE329E3DC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9E46E399-0376-1848-BCDD-D8696017CE62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468E6F13-5E73-C243-BFCD-B221D2515699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20" name="Marcador de texto 11">
            <a:extLst>
              <a:ext uri="{FF2B5EF4-FFF2-40B4-BE49-F238E27FC236}">
                <a16:creationId xmlns:a16="http://schemas.microsoft.com/office/drawing/2014/main" id="{38C96FE7-FFA9-8A49-8352-4DDC0ED6D4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22" name="Marcador de texto 11">
            <a:extLst>
              <a:ext uri="{FF2B5EF4-FFF2-40B4-BE49-F238E27FC236}">
                <a16:creationId xmlns:a16="http://schemas.microsoft.com/office/drawing/2014/main" id="{EBE6D070-AC2C-0142-8EBD-963105DC654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181981817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153121" y="2317754"/>
            <a:ext cx="10372049" cy="67116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1880206" y="2317754"/>
            <a:ext cx="4926959" cy="27791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890" baseline="0">
                <a:latin typeface="Roboto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11881680" y="3965451"/>
            <a:ext cx="4925480" cy="949171"/>
          </a:xfrm>
          <a:prstGeom prst="rect">
            <a:avLst/>
          </a:prstGeom>
          <a:solidFill>
            <a:srgbClr val="FF0000"/>
          </a:solidFill>
        </p:spPr>
        <p:txBody>
          <a:bodyPr wrap="square" lIns="182880" tIns="91440" rIns="182880" bIns="91440" anchor="b" anchorCtr="0">
            <a:spAutoFit/>
          </a:bodyPr>
          <a:lstStyle>
            <a:lvl1pPr marL="0" indent="0">
              <a:buNone/>
              <a:defRPr sz="2700" baseline="0">
                <a:solidFill>
                  <a:srgbClr val="FFFFFF"/>
                </a:solidFill>
                <a:latin typeface="Roboto" pitchFamily="2" charset="0"/>
              </a:defRPr>
            </a:lvl1pPr>
            <a:lvl2pPr marL="0" indent="0">
              <a:buFont typeface="Arial" panose="020B0604020202020204" pitchFamily="34" charset="0"/>
              <a:buNone/>
              <a:defRPr sz="1890" baseline="0">
                <a:solidFill>
                  <a:srgbClr val="FFFFFF"/>
                </a:solidFill>
                <a:latin typeface="Roboto" pitchFamily="2" charset="0"/>
              </a:defRPr>
            </a:lvl2pPr>
            <a:lvl3pPr marL="462915" indent="-231459">
              <a:defRPr sz="1890">
                <a:solidFill>
                  <a:srgbClr val="FFFFFF"/>
                </a:solidFill>
              </a:defRPr>
            </a:lvl3pPr>
            <a:lvl4pPr marL="694374" indent="-231459">
              <a:defRPr sz="1890">
                <a:solidFill>
                  <a:srgbClr val="FFFFFF"/>
                </a:solidFill>
              </a:defRPr>
            </a:lvl4pPr>
            <a:lvl5pPr marL="1002984" indent="-308610">
              <a:defRPr sz="189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11881680" y="5322229"/>
            <a:ext cx="4925480" cy="37730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35" baseline="0">
                <a:latin typeface="Roboto" pitchFamily="2" charset="0"/>
              </a:defRPr>
            </a:lvl1pPr>
            <a:lvl2pPr marL="231459" indent="-231459">
              <a:buClr>
                <a:schemeClr val="accent4"/>
              </a:buClr>
              <a:buFont typeface="Arial" panose="020B0604020202020204" pitchFamily="34" charset="0"/>
              <a:buChar char="•"/>
              <a:defRPr sz="1890" baseline="0">
                <a:latin typeface="Roboto" pitchFamily="2" charset="0"/>
              </a:defRPr>
            </a:lvl2pPr>
            <a:lvl3pPr marL="462915" indent="-231459">
              <a:buClr>
                <a:schemeClr val="accent4"/>
              </a:buClr>
              <a:defRPr sz="1890" baseline="0">
                <a:latin typeface="Roboto" pitchFamily="2" charset="0"/>
              </a:defRPr>
            </a:lvl3pPr>
            <a:lvl4pPr marL="694374" indent="-231459">
              <a:buClr>
                <a:schemeClr val="accent4"/>
              </a:buClr>
              <a:defRPr sz="1890" baseline="0">
                <a:latin typeface="Roboto" pitchFamily="2" charset="0"/>
              </a:defRPr>
            </a:lvl4pPr>
            <a:lvl5pPr marL="3291840" indent="0">
              <a:buClr>
                <a:schemeClr val="accent4"/>
              </a:buClr>
              <a:buNone/>
              <a:defRPr sz="1890" baseline="0">
                <a:latin typeface="Roboto" pitchFamily="2" charset="0"/>
              </a:defRPr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cxnSp>
        <p:nvCxnSpPr>
          <p:cNvPr id="19" name="Straight Connector 5"/>
          <p:cNvCxnSpPr/>
          <p:nvPr userDrawn="1"/>
        </p:nvCxnSpPr>
        <p:spPr>
          <a:xfrm>
            <a:off x="717559" y="9734550"/>
            <a:ext cx="1685289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E4E6E94-8912-A547-ADDE-8C1F859B4707}"/>
              </a:ext>
            </a:extLst>
          </p:cNvPr>
          <p:cNvSpPr txBox="1"/>
          <p:nvPr userDrawn="1"/>
        </p:nvSpPr>
        <p:spPr>
          <a:xfrm>
            <a:off x="8862728" y="9842438"/>
            <a:ext cx="519923" cy="249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A4EEDD72-1D6A-6B46-BCFA-C211F73E9379}" type="slidenum">
              <a:rPr lang="es-ES" sz="1620" b="1" baseline="0" smtClean="0">
                <a:latin typeface="Roboto Th" pitchFamily="2" charset="0"/>
                <a:ea typeface="Arial" charset="0"/>
                <a:cs typeface="Arial" charset="0"/>
              </a:rPr>
              <a:pPr algn="ctr"/>
              <a:t>‹#›</a:t>
            </a:fld>
            <a:endParaRPr lang="es-ES" sz="1620" b="1" baseline="0" dirty="0"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4B2B0986-E8F8-A942-9EEB-33ABA8911CAE}"/>
              </a:ext>
            </a:extLst>
          </p:cNvPr>
          <p:cNvSpPr txBox="1">
            <a:spLocks/>
          </p:cNvSpPr>
          <p:nvPr userDrawn="1"/>
        </p:nvSpPr>
        <p:spPr>
          <a:xfrm>
            <a:off x="717553" y="9842435"/>
            <a:ext cx="5539757" cy="3937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l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1" kern="1000" baseline="0" noProof="1">
                <a:solidFill>
                  <a:schemeClr val="tx1"/>
                </a:solidFill>
                <a:latin typeface="Roboto" pitchFamily="2" charset="0"/>
                <a:ea typeface="Arial" charset="0"/>
                <a:cs typeface="Arial" charset="0"/>
              </a:rPr>
              <a:t>Universidad de Navarra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lang="en-GB" sz="1620" b="1" kern="1000" spc="0" baseline="0" noProof="1">
              <a:solidFill>
                <a:schemeClr val="tx1"/>
              </a:solidFill>
              <a:latin typeface="Roboto Th" pitchFamily="2" charset="0"/>
              <a:ea typeface="Arial" charset="0"/>
              <a:cs typeface="Arial" charset="0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77A6D2C5-7BAF-F644-9E8E-6A3DF1A69693}"/>
              </a:ext>
            </a:extLst>
          </p:cNvPr>
          <p:cNvSpPr txBox="1">
            <a:spLocks/>
          </p:cNvSpPr>
          <p:nvPr userDrawn="1"/>
        </p:nvSpPr>
        <p:spPr>
          <a:xfrm>
            <a:off x="10542676" y="9842436"/>
            <a:ext cx="7055276" cy="34903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marL="0" marR="0" indent="0" algn="r" defTabSz="82296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20" b="0" kern="1000" baseline="0" noProof="1">
                <a:solidFill>
                  <a:schemeClr val="tx1"/>
                </a:solidFill>
                <a:latin typeface="Roboto Th" pitchFamily="2" charset="0"/>
                <a:ea typeface="Arial" charset="0"/>
                <a:cs typeface="Arial" charset="0"/>
              </a:rPr>
              <a:t>Nombre de la Facultad, Máster o Asignatura</a:t>
            </a:r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AAC1AC34-5B5B-CC40-831F-042B44A2E3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550" y="671515"/>
            <a:ext cx="15627350" cy="66603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6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4680" b="0" i="0" u="none" kern="1200" baseline="0" dirty="0">
                <a:ln>
                  <a:noFill/>
                </a:ln>
                <a:solidFill>
                  <a:schemeClr val="accent2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Title Roboto 26pt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A6D32740-32DA-6A4C-B4D6-6374A65EC59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551" y="1495320"/>
            <a:ext cx="8665097" cy="451485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822960" rtl="0" eaLnBrk="1" fontAlgn="auto" latinLnBrk="0" hangingPunct="1">
              <a:lnSpc>
                <a:spcPts val="2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s-ES" sz="2160" b="1" i="0" u="none" kern="1200" baseline="0" dirty="0">
                <a:ln>
                  <a:noFill/>
                </a:ln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Roboto" pitchFamily="2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noProof="1"/>
              <a:t>Subtitle Roboto 12pt</a:t>
            </a:r>
          </a:p>
        </p:txBody>
      </p:sp>
    </p:spTree>
    <p:extLst>
      <p:ext uri="{BB962C8B-B14F-4D97-AF65-F5344CB8AC3E}">
        <p14:creationId xmlns:p14="http://schemas.microsoft.com/office/powerpoint/2010/main" val="2945385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3.xml"/><Relationship Id="rId42" Type="http://schemas.openxmlformats.org/officeDocument/2006/relationships/slideLayout" Target="../slideLayouts/slideLayout54.xml"/><Relationship Id="rId47" Type="http://schemas.openxmlformats.org/officeDocument/2006/relationships/slideLayout" Target="../slideLayouts/slideLayout59.xml"/><Relationship Id="rId63" Type="http://schemas.openxmlformats.org/officeDocument/2006/relationships/slideLayout" Target="../slideLayouts/slideLayout75.xml"/><Relationship Id="rId68" Type="http://schemas.openxmlformats.org/officeDocument/2006/relationships/slideLayout" Target="../slideLayouts/slideLayout80.xml"/><Relationship Id="rId84" Type="http://schemas.openxmlformats.org/officeDocument/2006/relationships/theme" Target="../theme/theme2.xml"/><Relationship Id="rId1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3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65.xml"/><Relationship Id="rId58" Type="http://schemas.openxmlformats.org/officeDocument/2006/relationships/slideLayout" Target="../slideLayouts/slideLayout70.xml"/><Relationship Id="rId74" Type="http://schemas.openxmlformats.org/officeDocument/2006/relationships/slideLayout" Target="../slideLayouts/slideLayout86.xml"/><Relationship Id="rId79" Type="http://schemas.openxmlformats.org/officeDocument/2006/relationships/slideLayout" Target="../slideLayouts/slideLayout91.xml"/><Relationship Id="rId5" Type="http://schemas.openxmlformats.org/officeDocument/2006/relationships/slideLayout" Target="../slideLayouts/slideLayout17.xml"/><Relationship Id="rId61" Type="http://schemas.openxmlformats.org/officeDocument/2006/relationships/slideLayout" Target="../slideLayouts/slideLayout73.xml"/><Relationship Id="rId82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55.xml"/><Relationship Id="rId48" Type="http://schemas.openxmlformats.org/officeDocument/2006/relationships/slideLayout" Target="../slideLayouts/slideLayout60.xml"/><Relationship Id="rId56" Type="http://schemas.openxmlformats.org/officeDocument/2006/relationships/slideLayout" Target="../slideLayouts/slideLayout68.xml"/><Relationship Id="rId64" Type="http://schemas.openxmlformats.org/officeDocument/2006/relationships/slideLayout" Target="../slideLayouts/slideLayout76.xml"/><Relationship Id="rId69" Type="http://schemas.openxmlformats.org/officeDocument/2006/relationships/slideLayout" Target="../slideLayouts/slideLayout81.xml"/><Relationship Id="rId7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20.xml"/><Relationship Id="rId51" Type="http://schemas.openxmlformats.org/officeDocument/2006/relationships/slideLayout" Target="../slideLayouts/slideLayout63.xml"/><Relationship Id="rId72" Type="http://schemas.openxmlformats.org/officeDocument/2006/relationships/slideLayout" Target="../slideLayouts/slideLayout84.xml"/><Relationship Id="rId80" Type="http://schemas.openxmlformats.org/officeDocument/2006/relationships/slideLayout" Target="../slideLayouts/slideLayout92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46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71.xml"/><Relationship Id="rId67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32.xml"/><Relationship Id="rId41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66.xml"/><Relationship Id="rId62" Type="http://schemas.openxmlformats.org/officeDocument/2006/relationships/slideLayout" Target="../slideLayouts/slideLayout74.xml"/><Relationship Id="rId70" Type="http://schemas.openxmlformats.org/officeDocument/2006/relationships/slideLayout" Target="../slideLayouts/slideLayout82.xml"/><Relationship Id="rId75" Type="http://schemas.openxmlformats.org/officeDocument/2006/relationships/slideLayout" Target="../slideLayouts/slideLayout87.xml"/><Relationship Id="rId83" Type="http://schemas.openxmlformats.org/officeDocument/2006/relationships/slideLayout" Target="../slideLayouts/slideLayout95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61.xml"/><Relationship Id="rId57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56.xml"/><Relationship Id="rId52" Type="http://schemas.openxmlformats.org/officeDocument/2006/relationships/slideLayout" Target="../slideLayouts/slideLayout64.xml"/><Relationship Id="rId60" Type="http://schemas.openxmlformats.org/officeDocument/2006/relationships/slideLayout" Target="../slideLayouts/slideLayout72.xml"/><Relationship Id="rId65" Type="http://schemas.openxmlformats.org/officeDocument/2006/relationships/slideLayout" Target="../slideLayouts/slideLayout77.xml"/><Relationship Id="rId73" Type="http://schemas.openxmlformats.org/officeDocument/2006/relationships/slideLayout" Target="../slideLayouts/slideLayout85.xml"/><Relationship Id="rId78" Type="http://schemas.openxmlformats.org/officeDocument/2006/relationships/slideLayout" Target="../slideLayouts/slideLayout90.xml"/><Relationship Id="rId81" Type="http://schemas.openxmlformats.org/officeDocument/2006/relationships/slideLayout" Target="../slideLayouts/slideLayout9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46.xml"/><Relationship Id="rId50" Type="http://schemas.openxmlformats.org/officeDocument/2006/relationships/slideLayout" Target="../slideLayouts/slideLayout62.xml"/><Relationship Id="rId55" Type="http://schemas.openxmlformats.org/officeDocument/2006/relationships/slideLayout" Target="../slideLayouts/slideLayout67.xml"/><Relationship Id="rId76" Type="http://schemas.openxmlformats.org/officeDocument/2006/relationships/slideLayout" Target="../slideLayouts/slideLayout88.xml"/><Relationship Id="rId7" Type="http://schemas.openxmlformats.org/officeDocument/2006/relationships/slideLayout" Target="../slideLayouts/slideLayout19.xml"/><Relationship Id="rId71" Type="http://schemas.openxmlformats.org/officeDocument/2006/relationships/slideLayout" Target="../slideLayouts/slideLayout83.xml"/><Relationship Id="rId2" Type="http://schemas.openxmlformats.org/officeDocument/2006/relationships/slideLayout" Target="../slideLayouts/slideLayout14.xml"/><Relationship Id="rId29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36.xml"/><Relationship Id="rId40" Type="http://schemas.openxmlformats.org/officeDocument/2006/relationships/slideLayout" Target="../slideLayouts/slideLayout52.xml"/><Relationship Id="rId45" Type="http://schemas.openxmlformats.org/officeDocument/2006/relationships/slideLayout" Target="../slideLayouts/slideLayout57.xml"/><Relationship Id="rId66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19E5-0590-6E4A-BF0E-9ECA54B69447}" type="datetime1">
              <a:rPr lang="es-ES_tradnl" smtClean="0"/>
              <a:t>12/06/2024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44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290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</p:sldLayoutIdLst>
  <p:hf hdr="0" ftr="0" dt="0"/>
  <p:txStyles>
    <p:titleStyle>
      <a:lvl1pPr algn="ctr" defTabSz="822960" rtl="0" eaLnBrk="1" latinLnBrk="0" hangingPunct="1"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17220" indent="-617220" algn="l" defTabSz="822960" rtl="0" eaLnBrk="1" latinLnBrk="0" hangingPunct="1">
        <a:spcBef>
          <a:spcPct val="20000"/>
        </a:spcBef>
        <a:buFont typeface="Arial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337310" indent="-514350" algn="l" defTabSz="822960" rtl="0" eaLnBrk="1" latinLnBrk="0" hangingPunct="1">
        <a:spcBef>
          <a:spcPct val="20000"/>
        </a:spcBef>
        <a:buFont typeface="Arial"/>
        <a:buChar char="–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057400" indent="-411480" algn="l" defTabSz="822960" rtl="0" eaLnBrk="1" latinLnBrk="0" hangingPunct="1">
        <a:spcBef>
          <a:spcPct val="20000"/>
        </a:spcBef>
        <a:buFont typeface="Arial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0" indent="-411480" algn="l" defTabSz="822960" rtl="0" eaLnBrk="1" latinLnBrk="0" hangingPunct="1">
        <a:spcBef>
          <a:spcPct val="20000"/>
        </a:spcBef>
        <a:buFont typeface="Arial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703320" indent="-411480" algn="l" defTabSz="822960" rtl="0" eaLnBrk="1" latinLnBrk="0" hangingPunct="1">
        <a:spcBef>
          <a:spcPct val="20000"/>
        </a:spcBef>
        <a:buFont typeface="Arial"/>
        <a:buChar char="»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26280" indent="-411480" algn="l" defTabSz="822960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49240" indent="-411480" algn="l" defTabSz="822960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72200" indent="-411480" algn="l" defTabSz="822960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95160" indent="-411480" algn="l" defTabSz="822960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82296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algn="l" defTabSz="82296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2pPr>
      <a:lvl3pPr marL="1645920" algn="l" defTabSz="82296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3pPr>
      <a:lvl4pPr marL="2468880" algn="l" defTabSz="82296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algn="l" defTabSz="82296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114800" algn="l" defTabSz="82296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4937760" algn="l" defTabSz="82296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5760720" algn="l" defTabSz="82296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583680" algn="l" defTabSz="82296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rubio@tecnun.e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arubio@tecnun.e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276B8C5-DD86-EA15-E66D-F42D351C72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959"/>
          <a:stretch/>
        </p:blipFill>
        <p:spPr>
          <a:xfrm>
            <a:off x="-35647" y="0"/>
            <a:ext cx="14580247" cy="10287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D64E173-FDE4-439D-96AA-3BE487111DAB}"/>
              </a:ext>
            </a:extLst>
          </p:cNvPr>
          <p:cNvSpPr txBox="1"/>
          <p:nvPr/>
        </p:nvSpPr>
        <p:spPr>
          <a:xfrm>
            <a:off x="8279902" y="5791572"/>
            <a:ext cx="10008098" cy="263149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defTabSz="1371600"/>
            <a:endParaRPr lang="es-ES_tradnl" sz="2000" b="1" dirty="0">
              <a:solidFill>
                <a:srgbClr val="FFFFFF"/>
              </a:solidFill>
              <a:latin typeface="Roboto"/>
            </a:endParaRPr>
          </a:p>
          <a:p>
            <a:pPr defTabSz="1371600"/>
            <a:r>
              <a:rPr lang="es-ES_tradnl" sz="5400" b="1" dirty="0" err="1">
                <a:solidFill>
                  <a:srgbClr val="FFFFFF"/>
                </a:solidFill>
                <a:latin typeface="Roboto"/>
              </a:rPr>
              <a:t>Statistical</a:t>
            </a:r>
            <a:r>
              <a:rPr lang="es-ES_tradnl" sz="5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lang="es-ES_tradnl" sz="5400" b="1" dirty="0" err="1">
                <a:solidFill>
                  <a:srgbClr val="FFFFFF"/>
                </a:solidFill>
                <a:latin typeface="Roboto"/>
              </a:rPr>
              <a:t>analysis</a:t>
            </a:r>
            <a:endParaRPr lang="es-ES_tradnl" sz="5400" b="1" dirty="0">
              <a:solidFill>
                <a:srgbClr val="FFFFFF"/>
              </a:solidFill>
              <a:latin typeface="Roboto"/>
            </a:endParaRPr>
          </a:p>
          <a:p>
            <a:pPr defTabSz="1371600"/>
            <a:endParaRPr lang="es-ES_tradnl" sz="2100" b="1" dirty="0">
              <a:solidFill>
                <a:schemeClr val="bg1">
                  <a:lumMod val="75000"/>
                </a:schemeClr>
              </a:solidFill>
              <a:latin typeface="Arial"/>
            </a:endParaRPr>
          </a:p>
          <a:p>
            <a:pPr defTabSz="1371600"/>
            <a:r>
              <a:rPr lang="es-ES_tradnl" sz="2100" b="1" dirty="0">
                <a:solidFill>
                  <a:schemeClr val="bg1">
                    <a:lumMod val="75000"/>
                  </a:schemeClr>
                </a:solidFill>
                <a:latin typeface="Arial"/>
              </a:rPr>
              <a:t>Angel Rubio (</a:t>
            </a:r>
            <a:r>
              <a:rPr lang="es-ES_tradnl" sz="2100" b="1" dirty="0">
                <a:solidFill>
                  <a:schemeClr val="bg1">
                    <a:lumMod val="75000"/>
                  </a:schemeClr>
                </a:solidFill>
                <a:latin typeface="Arial"/>
                <a:hlinkClick r:id="rId3"/>
              </a:rPr>
              <a:t>arubio@tecnun.es</a:t>
            </a:r>
            <a:r>
              <a:rPr lang="es-ES_tradnl" sz="2100" b="1" dirty="0">
                <a:solidFill>
                  <a:schemeClr val="bg1">
                    <a:lumMod val="75000"/>
                  </a:schemeClr>
                </a:solidFill>
                <a:latin typeface="Arial"/>
              </a:rPr>
              <a:t>)</a:t>
            </a:r>
          </a:p>
          <a:p>
            <a:pPr defTabSz="1371600"/>
            <a:endParaRPr lang="es-ES_tradnl" sz="2100" b="1" dirty="0">
              <a:solidFill>
                <a:schemeClr val="bg1">
                  <a:lumMod val="75000"/>
                </a:schemeClr>
              </a:solidFill>
              <a:latin typeface="Roboto"/>
            </a:endParaRPr>
          </a:p>
          <a:p>
            <a:pPr defTabSz="1371600"/>
            <a:r>
              <a:rPr lang="es-ES_tradnl" sz="2800" b="1" dirty="0">
                <a:solidFill>
                  <a:srgbClr val="FFFFFF"/>
                </a:solidFill>
                <a:latin typeface="Roboto"/>
              </a:rPr>
              <a:t>Junio de 2024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54D72FD-6BFC-4C0A-A09B-FBF43B63780E}"/>
              </a:ext>
            </a:extLst>
          </p:cNvPr>
          <p:cNvSpPr txBox="1"/>
          <p:nvPr/>
        </p:nvSpPr>
        <p:spPr>
          <a:xfrm>
            <a:off x="14760624" y="2797770"/>
            <a:ext cx="3384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/>
            <a:r>
              <a:rPr lang="es-ES" sz="2400" b="1" dirty="0">
                <a:solidFill>
                  <a:srgbClr val="141313"/>
                </a:solidFill>
                <a:latin typeface="Roboto"/>
              </a:rPr>
              <a:t>Curso de doctorando</a:t>
            </a:r>
          </a:p>
          <a:p>
            <a:pPr defTabSz="1371600"/>
            <a:r>
              <a:rPr lang="es-ES" sz="2400" b="1" dirty="0">
                <a:solidFill>
                  <a:srgbClr val="141313"/>
                </a:solidFill>
                <a:latin typeface="Roboto"/>
              </a:rPr>
              <a:t>TECNUN</a:t>
            </a:r>
            <a:endParaRPr lang="es-ES_tradnl" sz="2400" b="1" dirty="0">
              <a:solidFill>
                <a:srgbClr val="141313"/>
              </a:solidFill>
              <a:latin typeface="Roboto"/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A63BD7D-8403-2C68-7206-1D16D3ACB79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" y="0"/>
            <a:ext cx="10008098" cy="10287000"/>
          </a:xfrm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4758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412" y="8870247"/>
            <a:ext cx="18278588" cy="1416753"/>
          </a:xfrm>
          <a:prstGeom prst="rect">
            <a:avLst/>
          </a:prstGeom>
          <a:solidFill>
            <a:srgbClr val="FF0000"/>
          </a:solidFill>
        </p:spPr>
        <p:txBody>
          <a:bodyPr/>
          <a:lstStyle/>
          <a:p>
            <a:endParaRPr lang="es-ES_tradnl" dirty="0"/>
          </a:p>
        </p:txBody>
      </p:sp>
      <p:sp>
        <p:nvSpPr>
          <p:cNvPr id="5" name="AutoShape 5"/>
          <p:cNvSpPr/>
          <p:nvPr/>
        </p:nvSpPr>
        <p:spPr>
          <a:xfrm>
            <a:off x="1295400" y="3993423"/>
            <a:ext cx="8181304" cy="0"/>
          </a:xfrm>
          <a:prstGeom prst="line">
            <a:avLst/>
          </a:prstGeom>
          <a:ln w="9525" cap="rnd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6" name="AutoShape 6"/>
          <p:cNvSpPr/>
          <p:nvPr/>
        </p:nvSpPr>
        <p:spPr>
          <a:xfrm>
            <a:off x="1295400" y="5045500"/>
            <a:ext cx="8181304" cy="0"/>
          </a:xfrm>
          <a:prstGeom prst="line">
            <a:avLst/>
          </a:prstGeom>
          <a:ln w="9525" cap="rnd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7" name="AutoShape 7"/>
          <p:cNvSpPr/>
          <p:nvPr/>
        </p:nvSpPr>
        <p:spPr>
          <a:xfrm>
            <a:off x="1295400" y="6097577"/>
            <a:ext cx="8181304" cy="0"/>
          </a:xfrm>
          <a:prstGeom prst="line">
            <a:avLst/>
          </a:prstGeom>
          <a:ln w="9525" cap="rnd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1295400" y="1383709"/>
            <a:ext cx="8181304" cy="11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9360"/>
              </a:lnSpc>
              <a:spcBef>
                <a:spcPct val="0"/>
              </a:spcBef>
            </a:pPr>
            <a:r>
              <a:rPr lang="es-ES_tradnl" sz="7200" b="1" u="none" spc="-72" dirty="0">
                <a:solidFill>
                  <a:srgbClr val="14110F"/>
                </a:solidFill>
                <a:latin typeface="Roboto"/>
              </a:rPr>
              <a:t>Índice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05000" y="3158774"/>
            <a:ext cx="7010400" cy="493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s-ES_tradnl" sz="2800" dirty="0" err="1">
                <a:solidFill>
                  <a:srgbClr val="14110F"/>
                </a:solidFill>
                <a:latin typeface="Roboto"/>
              </a:rPr>
              <a:t>Hypothesis</a:t>
            </a:r>
            <a:r>
              <a:rPr lang="es-ES_tradnl" sz="2800" dirty="0">
                <a:solidFill>
                  <a:srgbClr val="14110F"/>
                </a:solidFill>
                <a:latin typeface="Roboto"/>
              </a:rPr>
              <a:t> </a:t>
            </a:r>
            <a:r>
              <a:rPr lang="es-ES_tradnl" sz="2800" dirty="0" err="1">
                <a:solidFill>
                  <a:srgbClr val="14110F"/>
                </a:solidFill>
                <a:latin typeface="Roboto"/>
              </a:rPr>
              <a:t>testing</a:t>
            </a:r>
            <a:r>
              <a:rPr lang="es-ES_tradnl" sz="2800" dirty="0">
                <a:solidFill>
                  <a:srgbClr val="14110F"/>
                </a:solidFill>
                <a:latin typeface="Roboto"/>
              </a:rPr>
              <a:t>: </a:t>
            </a:r>
            <a:r>
              <a:rPr lang="es-ES_tradnl" sz="2800" dirty="0" err="1">
                <a:solidFill>
                  <a:srgbClr val="14110F"/>
                </a:solidFill>
                <a:latin typeface="Roboto"/>
              </a:rPr>
              <a:t>what</a:t>
            </a:r>
            <a:r>
              <a:rPr lang="es-ES_tradnl" sz="2800" dirty="0">
                <a:solidFill>
                  <a:srgbClr val="14110F"/>
                </a:solidFill>
                <a:latin typeface="Roboto"/>
              </a:rPr>
              <a:t> </a:t>
            </a:r>
            <a:r>
              <a:rPr lang="es-ES_tradnl" sz="2800" dirty="0" err="1">
                <a:solidFill>
                  <a:srgbClr val="14110F"/>
                </a:solidFill>
                <a:latin typeface="Roboto"/>
              </a:rPr>
              <a:t>is</a:t>
            </a:r>
            <a:r>
              <a:rPr lang="es-ES_tradnl" sz="2800" dirty="0">
                <a:solidFill>
                  <a:srgbClr val="14110F"/>
                </a:solidFill>
                <a:latin typeface="Roboto"/>
              </a:rPr>
              <a:t> </a:t>
            </a:r>
            <a:r>
              <a:rPr lang="es-ES_tradnl" sz="2800" dirty="0" err="1">
                <a:solidFill>
                  <a:srgbClr val="14110F"/>
                </a:solidFill>
                <a:latin typeface="Roboto"/>
              </a:rPr>
              <a:t>the</a:t>
            </a:r>
            <a:r>
              <a:rPr lang="es-ES_tradnl" sz="2800" dirty="0">
                <a:solidFill>
                  <a:srgbClr val="14110F"/>
                </a:solidFill>
                <a:latin typeface="Roboto"/>
              </a:rPr>
              <a:t> </a:t>
            </a:r>
            <a:r>
              <a:rPr lang="es-ES_tradnl" sz="2800" dirty="0" err="1">
                <a:solidFill>
                  <a:srgbClr val="14110F"/>
                </a:solidFill>
                <a:latin typeface="Roboto"/>
              </a:rPr>
              <a:t>p.value</a:t>
            </a:r>
            <a:r>
              <a:rPr lang="es-ES_tradnl" sz="2800" dirty="0">
                <a:solidFill>
                  <a:srgbClr val="14110F"/>
                </a:solidFill>
                <a:latin typeface="Roboto"/>
              </a:rPr>
              <a:t>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05000" y="4220376"/>
            <a:ext cx="7010400" cy="493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s-ES_tradnl" sz="2800" dirty="0" err="1">
                <a:solidFill>
                  <a:srgbClr val="14110F"/>
                </a:solidFill>
                <a:latin typeface="Roboto"/>
              </a:rPr>
              <a:t>Selecting</a:t>
            </a:r>
            <a:r>
              <a:rPr lang="es-ES_tradnl" sz="2800" dirty="0">
                <a:solidFill>
                  <a:srgbClr val="14110F"/>
                </a:solidFill>
                <a:latin typeface="Roboto"/>
              </a:rPr>
              <a:t> </a:t>
            </a:r>
            <a:r>
              <a:rPr lang="es-ES_tradnl" sz="2800" dirty="0" err="1">
                <a:solidFill>
                  <a:srgbClr val="14110F"/>
                </a:solidFill>
                <a:latin typeface="Roboto"/>
              </a:rPr>
              <a:t>the</a:t>
            </a:r>
            <a:r>
              <a:rPr lang="es-ES_tradnl" sz="2800" dirty="0">
                <a:solidFill>
                  <a:srgbClr val="14110F"/>
                </a:solidFill>
                <a:latin typeface="Roboto"/>
              </a:rPr>
              <a:t> </a:t>
            </a:r>
            <a:r>
              <a:rPr lang="es-ES_tradnl" sz="2800" dirty="0" err="1">
                <a:solidFill>
                  <a:srgbClr val="14110F"/>
                </a:solidFill>
                <a:latin typeface="Roboto"/>
              </a:rPr>
              <a:t>proper</a:t>
            </a:r>
            <a:r>
              <a:rPr lang="es-ES_tradnl" sz="2800" dirty="0">
                <a:solidFill>
                  <a:srgbClr val="14110F"/>
                </a:solidFill>
                <a:latin typeface="Roboto"/>
              </a:rPr>
              <a:t> </a:t>
            </a:r>
            <a:r>
              <a:rPr lang="es-ES_tradnl" sz="2800" dirty="0" err="1">
                <a:solidFill>
                  <a:srgbClr val="14110F"/>
                </a:solidFill>
                <a:latin typeface="Roboto"/>
              </a:rPr>
              <a:t>statistical</a:t>
            </a:r>
            <a:r>
              <a:rPr lang="es-ES_tradnl" sz="2800" dirty="0">
                <a:solidFill>
                  <a:srgbClr val="14110F"/>
                </a:solidFill>
                <a:latin typeface="Roboto"/>
              </a:rPr>
              <a:t> test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05000" y="5272453"/>
            <a:ext cx="5605530" cy="49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9"/>
              </a:lnSpc>
            </a:pPr>
            <a:r>
              <a:rPr lang="es-ES_tradnl" sz="2799" dirty="0">
                <a:solidFill>
                  <a:srgbClr val="14110F"/>
                </a:solidFill>
                <a:latin typeface="Roboto"/>
              </a:rPr>
              <a:t>Linear </a:t>
            </a:r>
            <a:r>
              <a:rPr lang="es-ES_tradnl" sz="2799" dirty="0" err="1">
                <a:solidFill>
                  <a:srgbClr val="14110F"/>
                </a:solidFill>
                <a:latin typeface="Roboto"/>
              </a:rPr>
              <a:t>Models</a:t>
            </a:r>
            <a:endParaRPr lang="es-ES_tradnl" sz="2799" dirty="0">
              <a:solidFill>
                <a:srgbClr val="14110F"/>
              </a:solidFill>
              <a:latin typeface="Robot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05000" y="6324531"/>
            <a:ext cx="5605530" cy="49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9"/>
              </a:lnSpc>
            </a:pPr>
            <a:r>
              <a:rPr lang="es-ES_tradnl" sz="2799" dirty="0">
                <a:solidFill>
                  <a:srgbClr val="14110F"/>
                </a:solidFill>
                <a:latin typeface="Roboto"/>
              </a:rPr>
              <a:t>Experimental </a:t>
            </a:r>
            <a:r>
              <a:rPr lang="es-ES_tradnl" sz="2799" dirty="0" err="1">
                <a:solidFill>
                  <a:srgbClr val="14110F"/>
                </a:solidFill>
                <a:latin typeface="Roboto"/>
              </a:rPr>
              <a:t>design</a:t>
            </a:r>
            <a:endParaRPr lang="es-ES_tradnl" sz="2799" dirty="0">
              <a:solidFill>
                <a:srgbClr val="14110F"/>
              </a:solidFill>
              <a:latin typeface="Robo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95400" y="3158774"/>
            <a:ext cx="1424931" cy="48641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</a:pPr>
            <a:r>
              <a:rPr lang="es-ES_tradnl" sz="2800" spc="-84" dirty="0">
                <a:solidFill>
                  <a:srgbClr val="FF0000"/>
                </a:solidFill>
                <a:latin typeface="Roboto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5400" y="4210851"/>
            <a:ext cx="1424931" cy="48641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</a:pPr>
            <a:r>
              <a:rPr lang="es-ES_tradnl" sz="2800" spc="-84" dirty="0">
                <a:solidFill>
                  <a:srgbClr val="FF0000"/>
                </a:solidFill>
                <a:latin typeface="Roboto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5400" y="5262929"/>
            <a:ext cx="1424931" cy="48641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</a:pPr>
            <a:r>
              <a:rPr lang="es-ES_tradnl" sz="2800" spc="-84" dirty="0">
                <a:solidFill>
                  <a:srgbClr val="FF0000"/>
                </a:solidFill>
                <a:latin typeface="Roboto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5400" y="6315006"/>
            <a:ext cx="1424931" cy="48641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</a:pPr>
            <a:r>
              <a:rPr lang="es-ES_tradnl" sz="2800" spc="-84" dirty="0">
                <a:solidFill>
                  <a:srgbClr val="FF0000"/>
                </a:solidFill>
                <a:latin typeface="Roboto"/>
              </a:rPr>
              <a:t>4</a:t>
            </a:r>
          </a:p>
        </p:txBody>
      </p:sp>
      <p:sp>
        <p:nvSpPr>
          <p:cNvPr id="21" name="AutoShape 7">
            <a:extLst>
              <a:ext uri="{FF2B5EF4-FFF2-40B4-BE49-F238E27FC236}">
                <a16:creationId xmlns:a16="http://schemas.microsoft.com/office/drawing/2014/main" id="{29AC35BD-6861-6346-8678-531516B83BDA}"/>
              </a:ext>
            </a:extLst>
          </p:cNvPr>
          <p:cNvSpPr/>
          <p:nvPr/>
        </p:nvSpPr>
        <p:spPr>
          <a:xfrm>
            <a:off x="1295400" y="7149653"/>
            <a:ext cx="8181304" cy="0"/>
          </a:xfrm>
          <a:prstGeom prst="line">
            <a:avLst/>
          </a:prstGeom>
          <a:ln w="9525" cap="rnd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A20BE157-C45A-9244-876B-CA2B490EDF99}"/>
              </a:ext>
            </a:extLst>
          </p:cNvPr>
          <p:cNvSpPr txBox="1"/>
          <p:nvPr/>
        </p:nvSpPr>
        <p:spPr>
          <a:xfrm>
            <a:off x="1905000" y="7376607"/>
            <a:ext cx="5605530" cy="49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9"/>
              </a:lnSpc>
            </a:pPr>
            <a:r>
              <a:rPr lang="es-ES_tradnl" sz="2799" dirty="0">
                <a:solidFill>
                  <a:srgbClr val="14110F"/>
                </a:solidFill>
                <a:latin typeface="Roboto"/>
              </a:rPr>
              <a:t>Casos Prácticos</a:t>
            </a: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D628D8A3-FFD8-B946-9332-99F2F4DA6C72}"/>
              </a:ext>
            </a:extLst>
          </p:cNvPr>
          <p:cNvSpPr txBox="1"/>
          <p:nvPr/>
        </p:nvSpPr>
        <p:spPr>
          <a:xfrm>
            <a:off x="1295400" y="7367082"/>
            <a:ext cx="1424931" cy="48641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</a:pPr>
            <a:r>
              <a:rPr lang="es-ES_tradnl" sz="2800" spc="-84" dirty="0">
                <a:solidFill>
                  <a:srgbClr val="FF0000"/>
                </a:solidFill>
                <a:latin typeface="Roboto"/>
              </a:rPr>
              <a:t>5</a:t>
            </a:r>
          </a:p>
        </p:txBody>
      </p:sp>
      <p:sp>
        <p:nvSpPr>
          <p:cNvPr id="31" name="Slide Number Placeholder 10">
            <a:extLst>
              <a:ext uri="{FF2B5EF4-FFF2-40B4-BE49-F238E27FC236}">
                <a16:creationId xmlns:a16="http://schemas.microsoft.com/office/drawing/2014/main" id="{4315E656-C7B0-BB40-908C-D084210A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8075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smtClean="0">
                <a:solidFill>
                  <a:schemeClr val="tx1"/>
                </a:solidFill>
                <a:latin typeface="Trebuchet MS" panose="020B0703020202090204" pitchFamily="34" charset="0"/>
              </a:rPr>
              <a:pPr/>
              <a:t>2</a:t>
            </a:fld>
            <a:endParaRPr lang="en-US" sz="320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335A574-C82E-5C4F-ADB9-99509CB2128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5251673" y="149749"/>
            <a:ext cx="2898104" cy="121358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flowchart&#10;&#10;Description automatically generated">
            <a:extLst>
              <a:ext uri="{FF2B5EF4-FFF2-40B4-BE49-F238E27FC236}">
                <a16:creationId xmlns:a16="http://schemas.microsoft.com/office/drawing/2014/main" id="{4CB89AB6-9C9A-6EBA-14AA-B527BD20B9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8"/>
          <a:stretch/>
        </p:blipFill>
        <p:spPr>
          <a:xfrm>
            <a:off x="7991872" y="0"/>
            <a:ext cx="10288736" cy="10287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BFCD163-24C7-4E26-8C45-23F564097BA8}"/>
              </a:ext>
            </a:extLst>
          </p:cNvPr>
          <p:cNvSpPr/>
          <p:nvPr/>
        </p:nvSpPr>
        <p:spPr>
          <a:xfrm>
            <a:off x="7240016" y="-28580"/>
            <a:ext cx="11049000" cy="10287000"/>
          </a:xfrm>
          <a:prstGeom prst="rect">
            <a:avLst/>
          </a:prstGeom>
          <a:gradFill flip="none" rotWithShape="1">
            <a:gsLst>
              <a:gs pos="68000">
                <a:srgbClr val="FFFFFF">
                  <a:alpha val="80000"/>
                </a:srgbClr>
              </a:gs>
              <a:gs pos="0">
                <a:schemeClr val="bg1"/>
              </a:gs>
              <a:gs pos="100000">
                <a:schemeClr val="bg1">
                  <a:alpha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B9E9AB35-DD49-DE47-87B4-69DDFF36A7D9}"/>
              </a:ext>
            </a:extLst>
          </p:cNvPr>
          <p:cNvSpPr txBox="1"/>
          <p:nvPr/>
        </p:nvSpPr>
        <p:spPr>
          <a:xfrm>
            <a:off x="427417" y="190500"/>
            <a:ext cx="7996503" cy="1019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s-ES_tradnl" sz="2400" spc="300" dirty="0">
                <a:solidFill>
                  <a:srgbClr val="FF0000"/>
                </a:solidFill>
                <a:latin typeface="Trebuchet MS" panose="020B0703020202090204" pitchFamily="34" charset="0"/>
              </a:rPr>
              <a:t>1.</a:t>
            </a:r>
            <a:r>
              <a:rPr lang="en-US" sz="2400" b="1" spc="300" dirty="0">
                <a:solidFill>
                  <a:srgbClr val="14110F"/>
                </a:solidFill>
                <a:latin typeface="Roboto"/>
              </a:rPr>
              <a:t>Hypothesis testing: what is the </a:t>
            </a:r>
            <a:r>
              <a:rPr lang="en-US" sz="2400" b="1" spc="300" dirty="0" err="1">
                <a:solidFill>
                  <a:srgbClr val="14110F"/>
                </a:solidFill>
                <a:latin typeface="Roboto"/>
              </a:rPr>
              <a:t>p.value</a:t>
            </a:r>
            <a:r>
              <a:rPr lang="en-US" sz="2400" b="1" spc="300" dirty="0">
                <a:solidFill>
                  <a:srgbClr val="14110F"/>
                </a:solidFill>
                <a:latin typeface="Roboto"/>
              </a:rPr>
              <a:t>?</a:t>
            </a:r>
          </a:p>
          <a:p>
            <a:pPr>
              <a:lnSpc>
                <a:spcPts val="4200"/>
              </a:lnSpc>
            </a:pPr>
            <a:endParaRPr lang="es-ES_tradnl" sz="2400" b="1" spc="300" dirty="0">
              <a:solidFill>
                <a:srgbClr val="14110F"/>
              </a:solidFill>
              <a:latin typeface="Roboto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7F7223-9553-3147-A55D-F386E447C69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5251673" y="149749"/>
            <a:ext cx="2898104" cy="1213581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58E2E272-802E-4952-8A97-6FA2AAB7673D}"/>
              </a:ext>
            </a:extLst>
          </p:cNvPr>
          <p:cNvSpPr txBox="1"/>
          <p:nvPr/>
        </p:nvSpPr>
        <p:spPr>
          <a:xfrm>
            <a:off x="427416" y="455275"/>
            <a:ext cx="10773983" cy="11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400"/>
              </a:lnSpc>
            </a:pPr>
            <a:r>
              <a:rPr lang="en-US" sz="3600" b="1" dirty="0">
                <a:solidFill>
                  <a:srgbClr val="14110F"/>
                </a:solidFill>
                <a:latin typeface="Roboto"/>
              </a:rPr>
              <a:t>Hypothesis testing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4AEAB733-5EB3-4CC6-907A-0EC1B427913E}"/>
              </a:ext>
            </a:extLst>
          </p:cNvPr>
          <p:cNvSpPr txBox="1"/>
          <p:nvPr/>
        </p:nvSpPr>
        <p:spPr>
          <a:xfrm>
            <a:off x="609600" y="2054915"/>
            <a:ext cx="12494840" cy="1106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Roboto"/>
                <a:cs typeface="Trebuchet MS"/>
              </a:rPr>
              <a:t>Here you have some slides to understand R: </a:t>
            </a:r>
            <a:r>
              <a:rPr lang="en-US" sz="2800" dirty="0">
                <a:solidFill>
                  <a:schemeClr val="tx2"/>
                </a:solidFill>
                <a:latin typeface="Roboto"/>
                <a:cs typeface="Trebuchet MS"/>
              </a:rPr>
              <a:t>0.Practice_0_Exercises_R.html</a:t>
            </a:r>
          </a:p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Roboto"/>
                <a:cs typeface="Trebuchet MS"/>
              </a:rPr>
              <a:t>Open file </a:t>
            </a:r>
            <a:r>
              <a:rPr lang="en-US" sz="2800" dirty="0">
                <a:solidFill>
                  <a:schemeClr val="accent1"/>
                </a:solidFill>
                <a:latin typeface="Roboto"/>
                <a:cs typeface="Trebuchet MS"/>
              </a:rPr>
              <a:t>1.StatisticalTesting.html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C8CD66-BCE4-4BB3-B2D6-E98D5EFA6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866509"/>
            <a:ext cx="18288000" cy="1420491"/>
          </a:xfrm>
          <a:prstGeom prst="rect">
            <a:avLst/>
          </a:prstGeom>
        </p:spPr>
      </p:pic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53D456FA-85CA-43E9-BA4D-29FD98EC4565}"/>
              </a:ext>
            </a:extLst>
          </p:cNvPr>
          <p:cNvSpPr txBox="1">
            <a:spLocks/>
          </p:cNvSpPr>
          <p:nvPr/>
        </p:nvSpPr>
        <p:spPr>
          <a:xfrm>
            <a:off x="16136016" y="983350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200" smtClean="0">
                <a:solidFill>
                  <a:schemeClr val="tx1"/>
                </a:solidFill>
                <a:latin typeface="Trebuchet MS" panose="020B0703020202090204" pitchFamily="34" charset="0"/>
              </a:rPr>
              <a:pPr/>
              <a:t>3</a:t>
            </a:fld>
            <a:endParaRPr lang="en-US" sz="3200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84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01B16-42CB-2F3A-D3FC-A8D00DB1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 descr="A diagram of a company&#10;&#10;Description automatically generated">
            <a:extLst>
              <a:ext uri="{FF2B5EF4-FFF2-40B4-BE49-F238E27FC236}">
                <a16:creationId xmlns:a16="http://schemas.microsoft.com/office/drawing/2014/main" id="{A3B0BA04-A41C-1455-59D4-0FDBFDEA45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0"/>
          <a:stretch/>
        </p:blipFill>
        <p:spPr>
          <a:xfrm>
            <a:off x="1268982" y="0"/>
            <a:ext cx="15750036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998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flowchart&#10;&#10;Description automatically generated">
            <a:extLst>
              <a:ext uri="{FF2B5EF4-FFF2-40B4-BE49-F238E27FC236}">
                <a16:creationId xmlns:a16="http://schemas.microsoft.com/office/drawing/2014/main" id="{4CB89AB6-9C9A-6EBA-14AA-B527BD20B9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8"/>
          <a:stretch/>
        </p:blipFill>
        <p:spPr>
          <a:xfrm>
            <a:off x="7991872" y="0"/>
            <a:ext cx="10288736" cy="10287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BFCD163-24C7-4E26-8C45-23F564097BA8}"/>
              </a:ext>
            </a:extLst>
          </p:cNvPr>
          <p:cNvSpPr/>
          <p:nvPr/>
        </p:nvSpPr>
        <p:spPr>
          <a:xfrm>
            <a:off x="7240016" y="-28580"/>
            <a:ext cx="11049000" cy="10287000"/>
          </a:xfrm>
          <a:prstGeom prst="rect">
            <a:avLst/>
          </a:prstGeom>
          <a:gradFill flip="none" rotWithShape="1">
            <a:gsLst>
              <a:gs pos="68000">
                <a:srgbClr val="FFFFFF">
                  <a:alpha val="80000"/>
                </a:srgbClr>
              </a:gs>
              <a:gs pos="0">
                <a:schemeClr val="bg1"/>
              </a:gs>
              <a:gs pos="100000">
                <a:schemeClr val="bg1">
                  <a:alpha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B9E9AB35-DD49-DE47-87B4-69DDFF36A7D9}"/>
              </a:ext>
            </a:extLst>
          </p:cNvPr>
          <p:cNvSpPr txBox="1"/>
          <p:nvPr/>
        </p:nvSpPr>
        <p:spPr>
          <a:xfrm>
            <a:off x="427417" y="190500"/>
            <a:ext cx="5044175" cy="479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s-ES_tradnl" sz="2400" spc="300" dirty="0">
                <a:solidFill>
                  <a:srgbClr val="FF0000"/>
                </a:solidFill>
                <a:latin typeface="Trebuchet MS" panose="020B0703020202090204" pitchFamily="34" charset="0"/>
              </a:rPr>
              <a:t>2.</a:t>
            </a:r>
            <a:r>
              <a:rPr lang="es-ES_tradnl" sz="2400" b="1" spc="300" dirty="0">
                <a:solidFill>
                  <a:srgbClr val="14110F"/>
                </a:solidFill>
                <a:latin typeface="Roboto"/>
              </a:rPr>
              <a:t>STATISTICAL TEST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7F7223-9553-3147-A55D-F386E447C69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5251673" y="149749"/>
            <a:ext cx="2898104" cy="1213581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58E2E272-802E-4952-8A97-6FA2AAB7673D}"/>
              </a:ext>
            </a:extLst>
          </p:cNvPr>
          <p:cNvSpPr txBox="1"/>
          <p:nvPr/>
        </p:nvSpPr>
        <p:spPr>
          <a:xfrm>
            <a:off x="427416" y="455275"/>
            <a:ext cx="10773983" cy="11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400"/>
              </a:lnSpc>
            </a:pPr>
            <a:r>
              <a:rPr lang="en-US" sz="3600" b="1" dirty="0">
                <a:solidFill>
                  <a:srgbClr val="14110F"/>
                </a:solidFill>
                <a:latin typeface="Roboto"/>
              </a:rPr>
              <a:t>Selection of the statistical test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4AEAB733-5EB3-4CC6-907A-0EC1B427913E}"/>
              </a:ext>
            </a:extLst>
          </p:cNvPr>
          <p:cNvSpPr txBox="1"/>
          <p:nvPr/>
        </p:nvSpPr>
        <p:spPr>
          <a:xfrm>
            <a:off x="609600" y="2054915"/>
            <a:ext cx="12494840" cy="5774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Roboto"/>
                <a:cs typeface="Trebuchet MS"/>
              </a:rPr>
              <a:t>Are you studying the shape of your data? </a:t>
            </a:r>
            <a:r>
              <a:rPr lang="en-US" sz="2800" dirty="0">
                <a:latin typeface="Roboto"/>
                <a:cs typeface="Trebuchet MS"/>
                <a:sym typeface="Wingdings" panose="05000000000000000000" pitchFamily="2" charset="2"/>
              </a:rPr>
              <a:t></a:t>
            </a:r>
            <a:r>
              <a:rPr lang="en-US" sz="2800" b="1" dirty="0">
                <a:latin typeface="Roboto"/>
                <a:cs typeface="Trebuchet MS"/>
                <a:sym typeface="Wingdings" panose="05000000000000000000" pitchFamily="2" charset="2"/>
              </a:rPr>
              <a:t> PLOT IT!!!! </a:t>
            </a:r>
            <a:endParaRPr lang="en-US" sz="2800" b="1" dirty="0">
              <a:highlight>
                <a:srgbClr val="FFFF00"/>
              </a:highlight>
              <a:latin typeface="Roboto"/>
              <a:cs typeface="Trebuchet MS"/>
            </a:endParaRP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Roboto"/>
                <a:cs typeface="Trebuchet MS"/>
              </a:rPr>
              <a:t>Point-statistics (mainly for continuous variables): </a:t>
            </a:r>
          </a:p>
          <a:p>
            <a:pPr marL="1828800" lvl="3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Roboto"/>
                <a:cs typeface="Trebuchet MS"/>
              </a:rPr>
              <a:t>Location: mean, median, mode</a:t>
            </a:r>
          </a:p>
          <a:p>
            <a:pPr marL="1828800" lvl="3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Roboto"/>
                <a:cs typeface="Trebuchet MS"/>
              </a:rPr>
              <a:t>Dispersion: standard deviation, variance, median absolute deviation, IQR</a:t>
            </a:r>
          </a:p>
          <a:p>
            <a:pPr marL="1828800" lvl="3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Roboto"/>
                <a:cs typeface="Trebuchet MS"/>
              </a:rPr>
              <a:t>Higher order moments: asymmetry, kurtosis</a:t>
            </a:r>
          </a:p>
          <a:p>
            <a:pPr marL="1828800" lvl="3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Roboto"/>
                <a:cs typeface="Trebuchet MS"/>
              </a:rPr>
              <a:t>Test for normality: Shapiro, Kolmogorov-Smirnov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Roboto"/>
                <a:cs typeface="Trebuchet MS"/>
              </a:rPr>
              <a:t>For many of these statistics we can test whether a hypothesis is true or false. These tests are equivalent to finding confidence intervals for the statistics under study </a:t>
            </a:r>
            <a:r>
              <a:rPr lang="en-US" sz="2800" dirty="0">
                <a:latin typeface="Roboto"/>
                <a:cs typeface="Trebuchet MS"/>
                <a:sym typeface="Wingdings" panose="05000000000000000000" pitchFamily="2" charset="2"/>
              </a:rPr>
              <a:t> </a:t>
            </a:r>
            <a:r>
              <a:rPr lang="en-US" sz="2800" dirty="0" err="1">
                <a:latin typeface="Roboto"/>
                <a:cs typeface="Trebuchet MS"/>
                <a:sym typeface="Wingdings" panose="05000000000000000000" pitchFamily="2" charset="2"/>
              </a:rPr>
              <a:t>fichero</a:t>
            </a:r>
            <a:r>
              <a:rPr lang="en-US" sz="2800" dirty="0">
                <a:latin typeface="Roboto"/>
                <a:cs typeface="Trebuchet MS"/>
                <a:sym typeface="Wingdings" panose="05000000000000000000" pitchFamily="2" charset="2"/>
              </a:rPr>
              <a:t> </a:t>
            </a:r>
            <a:r>
              <a:rPr lang="en-US" sz="2800" dirty="0">
                <a:solidFill>
                  <a:schemeClr val="accent1"/>
                </a:solidFill>
                <a:latin typeface="Roboto"/>
                <a:cs typeface="Trebuchet MS"/>
                <a:sym typeface="Wingdings" panose="05000000000000000000" pitchFamily="2" charset="2"/>
              </a:rPr>
              <a:t>2.SimpleStatisticalTests.html</a:t>
            </a:r>
            <a:endParaRPr lang="en-US" sz="2800" dirty="0">
              <a:solidFill>
                <a:schemeClr val="accent1"/>
              </a:solidFill>
              <a:latin typeface="Roboto"/>
              <a:cs typeface="Trebuchet M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C8CD66-BCE4-4BB3-B2D6-E98D5EFA6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866509"/>
            <a:ext cx="18288000" cy="1420491"/>
          </a:xfrm>
          <a:prstGeom prst="rect">
            <a:avLst/>
          </a:prstGeom>
        </p:spPr>
      </p:pic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53D456FA-85CA-43E9-BA4D-29FD98EC4565}"/>
              </a:ext>
            </a:extLst>
          </p:cNvPr>
          <p:cNvSpPr txBox="1">
            <a:spLocks/>
          </p:cNvSpPr>
          <p:nvPr/>
        </p:nvSpPr>
        <p:spPr>
          <a:xfrm>
            <a:off x="16136016" y="983350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200" smtClean="0">
                <a:solidFill>
                  <a:schemeClr val="tx1"/>
                </a:solidFill>
                <a:latin typeface="Trebuchet MS" panose="020B0703020202090204" pitchFamily="34" charset="0"/>
              </a:rPr>
              <a:pPr/>
              <a:t>5</a:t>
            </a:fld>
            <a:endParaRPr lang="en-US" sz="3200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232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flowchart&#10;&#10;Description automatically generated">
            <a:extLst>
              <a:ext uri="{FF2B5EF4-FFF2-40B4-BE49-F238E27FC236}">
                <a16:creationId xmlns:a16="http://schemas.microsoft.com/office/drawing/2014/main" id="{4CB89AB6-9C9A-6EBA-14AA-B527BD20B9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8"/>
          <a:stretch/>
        </p:blipFill>
        <p:spPr>
          <a:xfrm>
            <a:off x="7991872" y="0"/>
            <a:ext cx="10288736" cy="10287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BFCD163-24C7-4E26-8C45-23F564097BA8}"/>
              </a:ext>
            </a:extLst>
          </p:cNvPr>
          <p:cNvSpPr/>
          <p:nvPr/>
        </p:nvSpPr>
        <p:spPr>
          <a:xfrm>
            <a:off x="7240016" y="-28580"/>
            <a:ext cx="11049000" cy="10287000"/>
          </a:xfrm>
          <a:prstGeom prst="rect">
            <a:avLst/>
          </a:prstGeom>
          <a:gradFill flip="none" rotWithShape="1">
            <a:gsLst>
              <a:gs pos="68000">
                <a:srgbClr val="FFFFFF">
                  <a:alpha val="80000"/>
                </a:srgbClr>
              </a:gs>
              <a:gs pos="0">
                <a:schemeClr val="bg1"/>
              </a:gs>
              <a:gs pos="100000">
                <a:schemeClr val="bg1">
                  <a:alpha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B9E9AB35-DD49-DE47-87B4-69DDFF36A7D9}"/>
              </a:ext>
            </a:extLst>
          </p:cNvPr>
          <p:cNvSpPr txBox="1"/>
          <p:nvPr/>
        </p:nvSpPr>
        <p:spPr>
          <a:xfrm>
            <a:off x="427417" y="190500"/>
            <a:ext cx="5044175" cy="479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s-ES_tradnl" sz="2400" spc="300" dirty="0">
                <a:solidFill>
                  <a:srgbClr val="FF0000"/>
                </a:solidFill>
                <a:latin typeface="Trebuchet MS" panose="020B0703020202090204" pitchFamily="34" charset="0"/>
              </a:rPr>
              <a:t>2.</a:t>
            </a:r>
            <a:r>
              <a:rPr lang="es-ES_tradnl" sz="2400" b="1" spc="300" dirty="0">
                <a:solidFill>
                  <a:srgbClr val="14110F"/>
                </a:solidFill>
                <a:latin typeface="Roboto"/>
              </a:rPr>
              <a:t>STATISTICAL TEST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7F7223-9553-3147-A55D-F386E447C69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5251673" y="149749"/>
            <a:ext cx="2898104" cy="1213581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58E2E272-802E-4952-8A97-6FA2AAB7673D}"/>
              </a:ext>
            </a:extLst>
          </p:cNvPr>
          <p:cNvSpPr txBox="1"/>
          <p:nvPr/>
        </p:nvSpPr>
        <p:spPr>
          <a:xfrm>
            <a:off x="427416" y="455275"/>
            <a:ext cx="10773983" cy="11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400"/>
              </a:lnSpc>
            </a:pPr>
            <a:r>
              <a:rPr lang="en-US" sz="3600" b="1" dirty="0">
                <a:solidFill>
                  <a:srgbClr val="14110F"/>
                </a:solidFill>
                <a:latin typeface="Roboto"/>
              </a:rPr>
              <a:t>Selection of the statistical test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4AEAB733-5EB3-4CC6-907A-0EC1B427913E}"/>
              </a:ext>
            </a:extLst>
          </p:cNvPr>
          <p:cNvSpPr txBox="1"/>
          <p:nvPr/>
        </p:nvSpPr>
        <p:spPr>
          <a:xfrm>
            <a:off x="609600" y="2054915"/>
            <a:ext cx="12494840" cy="231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How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many</a:t>
            </a:r>
            <a:r>
              <a:rPr lang="es-ES_tradnl" sz="2800" dirty="0">
                <a:latin typeface="Roboto"/>
                <a:cs typeface="Trebuchet MS"/>
              </a:rPr>
              <a:t> variables?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2 variables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More </a:t>
            </a:r>
            <a:r>
              <a:rPr lang="es-ES_tradnl" sz="2800" dirty="0" err="1">
                <a:latin typeface="Roboto"/>
                <a:cs typeface="Trebuchet MS"/>
              </a:rPr>
              <a:t>than</a:t>
            </a:r>
            <a:r>
              <a:rPr lang="es-ES_tradnl" sz="2800" dirty="0">
                <a:latin typeface="Roboto"/>
                <a:cs typeface="Trebuchet MS"/>
              </a:rPr>
              <a:t> 2 variables</a:t>
            </a:r>
          </a:p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endParaRPr lang="es-ES_tradnl" sz="2800" dirty="0">
              <a:latin typeface="Roboto"/>
              <a:cs typeface="Trebuchet M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C8CD66-BCE4-4BB3-B2D6-E98D5EFA6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866509"/>
            <a:ext cx="18288000" cy="1420491"/>
          </a:xfrm>
          <a:prstGeom prst="rect">
            <a:avLst/>
          </a:prstGeom>
        </p:spPr>
      </p:pic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53D456FA-85CA-43E9-BA4D-29FD98EC4565}"/>
              </a:ext>
            </a:extLst>
          </p:cNvPr>
          <p:cNvSpPr txBox="1">
            <a:spLocks/>
          </p:cNvSpPr>
          <p:nvPr/>
        </p:nvSpPr>
        <p:spPr>
          <a:xfrm>
            <a:off x="16136016" y="983350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200" smtClean="0">
                <a:solidFill>
                  <a:schemeClr val="tx1"/>
                </a:solidFill>
                <a:latin typeface="Trebuchet MS" panose="020B0703020202090204" pitchFamily="34" charset="0"/>
              </a:rPr>
              <a:pPr/>
              <a:t>6</a:t>
            </a:fld>
            <a:endParaRPr lang="en-US" sz="3200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782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9">
            <a:extLst>
              <a:ext uri="{FF2B5EF4-FFF2-40B4-BE49-F238E27FC236}">
                <a16:creationId xmlns:a16="http://schemas.microsoft.com/office/drawing/2014/main" id="{B9E9AB35-DD49-DE47-87B4-69DDFF36A7D9}"/>
              </a:ext>
            </a:extLst>
          </p:cNvPr>
          <p:cNvSpPr txBox="1"/>
          <p:nvPr/>
        </p:nvSpPr>
        <p:spPr>
          <a:xfrm>
            <a:off x="427417" y="190500"/>
            <a:ext cx="5044175" cy="479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s-ES_tradnl" sz="2400" spc="300" dirty="0">
                <a:solidFill>
                  <a:srgbClr val="FF0000"/>
                </a:solidFill>
                <a:latin typeface="Trebuchet MS" panose="020B0703020202090204" pitchFamily="34" charset="0"/>
              </a:rPr>
              <a:t>2.</a:t>
            </a:r>
            <a:r>
              <a:rPr lang="es-ES_tradnl" sz="2400" b="1" spc="300" dirty="0">
                <a:solidFill>
                  <a:srgbClr val="14110F"/>
                </a:solidFill>
                <a:latin typeface="Roboto"/>
              </a:rPr>
              <a:t>STATISTICAL TEST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7F7223-9553-3147-A55D-F386E447C69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5251673" y="149749"/>
            <a:ext cx="2898104" cy="1213581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58E2E272-802E-4952-8A97-6FA2AAB7673D}"/>
              </a:ext>
            </a:extLst>
          </p:cNvPr>
          <p:cNvSpPr txBox="1"/>
          <p:nvPr/>
        </p:nvSpPr>
        <p:spPr>
          <a:xfrm>
            <a:off x="427416" y="455275"/>
            <a:ext cx="10773983" cy="11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400"/>
              </a:lnSpc>
            </a:pPr>
            <a:r>
              <a:rPr lang="en-US" sz="3600" b="1" dirty="0">
                <a:solidFill>
                  <a:srgbClr val="14110F"/>
                </a:solidFill>
                <a:latin typeface="Roboto"/>
              </a:rPr>
              <a:t>Selection of the statistical test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4AEAB733-5EB3-4CC6-907A-0EC1B427913E}"/>
              </a:ext>
            </a:extLst>
          </p:cNvPr>
          <p:cNvSpPr txBox="1"/>
          <p:nvPr/>
        </p:nvSpPr>
        <p:spPr>
          <a:xfrm>
            <a:off x="609600" y="2054915"/>
            <a:ext cx="10773983" cy="4669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Two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Qualitative</a:t>
            </a:r>
            <a:r>
              <a:rPr lang="es-ES_tradnl" sz="2800" dirty="0">
                <a:latin typeface="Roboto"/>
                <a:cs typeface="Trebuchet MS"/>
              </a:rPr>
              <a:t> Variables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Test </a:t>
            </a:r>
            <a:r>
              <a:rPr lang="es-ES_tradnl" sz="2800" dirty="0" err="1">
                <a:latin typeface="Roboto"/>
                <a:cs typeface="Trebuchet MS"/>
              </a:rPr>
              <a:t>for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the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indenpendence</a:t>
            </a:r>
            <a:r>
              <a:rPr lang="es-ES_tradnl" sz="2800" dirty="0">
                <a:latin typeface="Roboto"/>
                <a:cs typeface="Trebuchet MS"/>
              </a:rPr>
              <a:t> of </a:t>
            </a:r>
            <a:r>
              <a:rPr lang="es-ES_tradnl" sz="2800" dirty="0" err="1">
                <a:latin typeface="Roboto"/>
                <a:cs typeface="Trebuchet MS"/>
              </a:rPr>
              <a:t>the</a:t>
            </a:r>
            <a:r>
              <a:rPr lang="es-ES_tradnl" sz="2800" dirty="0">
                <a:latin typeface="Roboto"/>
                <a:cs typeface="Trebuchet MS"/>
              </a:rPr>
              <a:t> variables</a:t>
            </a: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Chi-2 test (</a:t>
            </a:r>
            <a:r>
              <a:rPr lang="es-ES_tradnl" sz="2800" dirty="0" err="1">
                <a:latin typeface="Roboto"/>
                <a:cs typeface="Trebuchet MS"/>
              </a:rPr>
              <a:t>for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two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or</a:t>
            </a:r>
            <a:r>
              <a:rPr lang="es-ES_tradnl" sz="2800" dirty="0">
                <a:latin typeface="Roboto"/>
                <a:cs typeface="Trebuchet MS"/>
              </a:rPr>
              <a:t> more </a:t>
            </a:r>
            <a:r>
              <a:rPr lang="es-ES_tradnl" sz="2800" dirty="0" err="1">
                <a:latin typeface="Roboto"/>
                <a:cs typeface="Trebuchet MS"/>
              </a:rPr>
              <a:t>groups</a:t>
            </a:r>
            <a:r>
              <a:rPr lang="es-ES_tradnl" sz="2800" dirty="0">
                <a:latin typeface="Roboto"/>
                <a:cs typeface="Trebuchet MS"/>
              </a:rPr>
              <a:t>)</a:t>
            </a: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Fisher </a:t>
            </a:r>
            <a:r>
              <a:rPr lang="es-ES_tradnl" sz="2800" dirty="0" err="1">
                <a:latin typeface="Roboto"/>
                <a:cs typeface="Trebuchet MS"/>
              </a:rPr>
              <a:t>testups</a:t>
            </a:r>
            <a:r>
              <a:rPr lang="es-ES_tradnl" sz="2800" dirty="0">
                <a:latin typeface="Roboto"/>
                <a:cs typeface="Trebuchet MS"/>
              </a:rPr>
              <a:t>: Multinomial </a:t>
            </a:r>
            <a:r>
              <a:rPr lang="es-ES_tradnl" sz="2800" dirty="0" err="1">
                <a:latin typeface="Roboto"/>
                <a:cs typeface="Trebuchet MS"/>
              </a:rPr>
              <a:t>logistic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regression</a:t>
            </a:r>
            <a:r>
              <a:rPr lang="es-ES_tradnl" sz="2800" dirty="0">
                <a:latin typeface="Roboto"/>
                <a:cs typeface="Trebuchet MS"/>
              </a:rPr>
              <a:t> (</a:t>
            </a:r>
            <a:r>
              <a:rPr lang="es-ES_tradnl" sz="2800" dirty="0" err="1">
                <a:latin typeface="Roboto"/>
                <a:cs typeface="Trebuchet MS"/>
              </a:rPr>
              <a:t>mainly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for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two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groups</a:t>
            </a:r>
            <a:r>
              <a:rPr lang="es-ES_tradnl" sz="2800" dirty="0">
                <a:latin typeface="Roboto"/>
                <a:cs typeface="Trebuchet MS"/>
              </a:rPr>
              <a:t>)</a:t>
            </a: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Logistic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regression</a:t>
            </a:r>
            <a:r>
              <a:rPr lang="es-ES_tradnl" sz="2800" dirty="0">
                <a:latin typeface="Roboto"/>
                <a:cs typeface="Trebuchet MS"/>
              </a:rPr>
              <a:t> (</a:t>
            </a:r>
            <a:r>
              <a:rPr lang="es-ES_tradnl" sz="2800" dirty="0" err="1">
                <a:latin typeface="Roboto"/>
                <a:cs typeface="Trebuchet MS"/>
              </a:rPr>
              <a:t>for</a:t>
            </a:r>
            <a:r>
              <a:rPr lang="es-ES_tradnl" sz="2800" dirty="0">
                <a:latin typeface="Roboto"/>
                <a:cs typeface="Trebuchet MS"/>
              </a:rPr>
              <a:t> 2 x n) </a:t>
            </a:r>
            <a:r>
              <a:rPr lang="es-ES_tradnl" sz="2800" dirty="0" err="1">
                <a:latin typeface="Roboto"/>
                <a:cs typeface="Trebuchet MS"/>
              </a:rPr>
              <a:t>contingency</a:t>
            </a:r>
            <a:r>
              <a:rPr lang="es-ES_tradnl" sz="2800" dirty="0">
                <a:latin typeface="Roboto"/>
                <a:cs typeface="Trebuchet MS"/>
              </a:rPr>
              <a:t> tables</a:t>
            </a: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Multinomial </a:t>
            </a:r>
            <a:r>
              <a:rPr lang="es-ES_tradnl" sz="2800" dirty="0" err="1">
                <a:latin typeface="Roboto"/>
                <a:cs typeface="Trebuchet MS"/>
              </a:rPr>
              <a:t>regression</a:t>
            </a:r>
            <a:r>
              <a:rPr lang="es-ES_tradnl" sz="2800" dirty="0">
                <a:latin typeface="Roboto"/>
                <a:cs typeface="Trebuchet MS"/>
              </a:rPr>
              <a:t> (</a:t>
            </a:r>
            <a:r>
              <a:rPr lang="es-ES_tradnl" sz="2800" dirty="0" err="1">
                <a:latin typeface="Roboto"/>
                <a:cs typeface="Trebuchet MS"/>
              </a:rPr>
              <a:t>for</a:t>
            </a:r>
            <a:r>
              <a:rPr lang="es-ES_tradnl" sz="2800" dirty="0">
                <a:latin typeface="Roboto"/>
                <a:cs typeface="Trebuchet MS"/>
              </a:rPr>
              <a:t> m x n) </a:t>
            </a:r>
            <a:r>
              <a:rPr lang="es-ES_tradnl" sz="2800" dirty="0" err="1">
                <a:latin typeface="Roboto"/>
                <a:cs typeface="Trebuchet MS"/>
              </a:rPr>
              <a:t>contingency</a:t>
            </a:r>
            <a:r>
              <a:rPr lang="es-ES_tradnl" sz="2800" dirty="0">
                <a:latin typeface="Roboto"/>
                <a:cs typeface="Trebuchet MS"/>
              </a:rPr>
              <a:t> tables.</a:t>
            </a: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Fichero </a:t>
            </a:r>
            <a:r>
              <a:rPr lang="es-ES_tradnl" sz="2800" dirty="0">
                <a:latin typeface="Roboto"/>
                <a:cs typeface="Trebuchet MS"/>
                <a:sym typeface="Wingdings" panose="05000000000000000000" pitchFamily="2" charset="2"/>
              </a:rPr>
              <a:t> </a:t>
            </a:r>
            <a:r>
              <a:rPr lang="es-ES_tradnl" sz="2800" dirty="0">
                <a:solidFill>
                  <a:schemeClr val="accent1"/>
                </a:solidFill>
                <a:latin typeface="Roboto"/>
                <a:cs typeface="Trebuchet MS"/>
                <a:sym typeface="Wingdings" panose="05000000000000000000" pitchFamily="2" charset="2"/>
              </a:rPr>
              <a:t>3.ContingencyTables.html</a:t>
            </a:r>
            <a:endParaRPr lang="es-ES_tradnl" sz="2800" dirty="0">
              <a:solidFill>
                <a:schemeClr val="accent1"/>
              </a:solidFill>
              <a:latin typeface="Roboto"/>
              <a:cs typeface="Trebuchet M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C8CD66-BCE4-4BB3-B2D6-E98D5EFA6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66509"/>
            <a:ext cx="18288000" cy="1420491"/>
          </a:xfrm>
          <a:prstGeom prst="rect">
            <a:avLst/>
          </a:prstGeom>
        </p:spPr>
      </p:pic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53D456FA-85CA-43E9-BA4D-29FD98EC4565}"/>
              </a:ext>
            </a:extLst>
          </p:cNvPr>
          <p:cNvSpPr txBox="1">
            <a:spLocks/>
          </p:cNvSpPr>
          <p:nvPr/>
        </p:nvSpPr>
        <p:spPr>
          <a:xfrm>
            <a:off x="16136016" y="983350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200" smtClean="0">
                <a:solidFill>
                  <a:schemeClr val="tx1"/>
                </a:solidFill>
                <a:latin typeface="Trebuchet MS" panose="020B0703020202090204" pitchFamily="34" charset="0"/>
              </a:rPr>
              <a:pPr/>
              <a:t>7</a:t>
            </a:fld>
            <a:endParaRPr lang="en-US" sz="3200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pic>
        <p:nvPicPr>
          <p:cNvPr id="2" name="Picture 1" descr="A diagram of a company&#10;&#10;Description automatically generated">
            <a:extLst>
              <a:ext uri="{FF2B5EF4-FFF2-40B4-BE49-F238E27FC236}">
                <a16:creationId xmlns:a16="http://schemas.microsoft.com/office/drawing/2014/main" id="{7AE8757A-9F2A-4CA5-DFD8-1F15EEB1FCB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9" t="15171" r="44171" b="52800"/>
          <a:stretch/>
        </p:blipFill>
        <p:spPr>
          <a:xfrm>
            <a:off x="11383583" y="1472528"/>
            <a:ext cx="6907219" cy="5903604"/>
          </a:xfrm>
          <a:prstGeom prst="rect">
            <a:avLst/>
          </a:prstGeom>
        </p:spPr>
      </p:pic>
      <p:sp>
        <p:nvSpPr>
          <p:cNvPr id="5" name="Rectángulo 2">
            <a:extLst>
              <a:ext uri="{FF2B5EF4-FFF2-40B4-BE49-F238E27FC236}">
                <a16:creationId xmlns:a16="http://schemas.microsoft.com/office/drawing/2014/main" id="{9937B77F-9436-7A79-0FD3-88F588B84854}"/>
              </a:ext>
            </a:extLst>
          </p:cNvPr>
          <p:cNvSpPr/>
          <p:nvPr/>
        </p:nvSpPr>
        <p:spPr>
          <a:xfrm>
            <a:off x="11165716" y="3613556"/>
            <a:ext cx="2298764" cy="3312368"/>
          </a:xfrm>
          <a:prstGeom prst="rect">
            <a:avLst/>
          </a:prstGeom>
          <a:gradFill flip="none" rotWithShape="1">
            <a:gsLst>
              <a:gs pos="68000">
                <a:srgbClr val="FFFFFF">
                  <a:alpha val="80000"/>
                </a:srgbClr>
              </a:gs>
              <a:gs pos="0">
                <a:schemeClr val="bg1"/>
              </a:gs>
              <a:gs pos="100000">
                <a:schemeClr val="bg1">
                  <a:alpha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626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ompany&#10;&#10;Description automatically generated">
            <a:extLst>
              <a:ext uri="{FF2B5EF4-FFF2-40B4-BE49-F238E27FC236}">
                <a16:creationId xmlns:a16="http://schemas.microsoft.com/office/drawing/2014/main" id="{D60AE6FC-7E10-B1D6-1990-803FE81669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1" t="63626" r="47161"/>
          <a:stretch/>
        </p:blipFill>
        <p:spPr>
          <a:xfrm>
            <a:off x="9003807" y="1779763"/>
            <a:ext cx="9265809" cy="5956025"/>
          </a:xfrm>
          <a:prstGeom prst="rect">
            <a:avLst/>
          </a:prstGeom>
        </p:spPr>
      </p:pic>
      <p:sp>
        <p:nvSpPr>
          <p:cNvPr id="16" name="TextBox 9">
            <a:extLst>
              <a:ext uri="{FF2B5EF4-FFF2-40B4-BE49-F238E27FC236}">
                <a16:creationId xmlns:a16="http://schemas.microsoft.com/office/drawing/2014/main" id="{B9E9AB35-DD49-DE47-87B4-69DDFF36A7D9}"/>
              </a:ext>
            </a:extLst>
          </p:cNvPr>
          <p:cNvSpPr txBox="1"/>
          <p:nvPr/>
        </p:nvSpPr>
        <p:spPr>
          <a:xfrm>
            <a:off x="427417" y="190500"/>
            <a:ext cx="5044175" cy="479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s-ES_tradnl" sz="2400" spc="300" dirty="0">
                <a:solidFill>
                  <a:srgbClr val="FF0000"/>
                </a:solidFill>
                <a:latin typeface="Trebuchet MS" panose="020B0703020202090204" pitchFamily="34" charset="0"/>
              </a:rPr>
              <a:t>2.</a:t>
            </a:r>
            <a:r>
              <a:rPr lang="es-ES_tradnl" sz="2400" b="1" spc="300" dirty="0">
                <a:solidFill>
                  <a:srgbClr val="14110F"/>
                </a:solidFill>
                <a:latin typeface="Roboto"/>
              </a:rPr>
              <a:t>STATISTICAL TEST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7F7223-9553-3147-A55D-F386E447C69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15251673" y="149749"/>
            <a:ext cx="2898104" cy="1213581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58E2E272-802E-4952-8A97-6FA2AAB7673D}"/>
              </a:ext>
            </a:extLst>
          </p:cNvPr>
          <p:cNvSpPr txBox="1"/>
          <p:nvPr/>
        </p:nvSpPr>
        <p:spPr>
          <a:xfrm>
            <a:off x="427416" y="455275"/>
            <a:ext cx="10773983" cy="11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400"/>
              </a:lnSpc>
            </a:pPr>
            <a:r>
              <a:rPr lang="en-US" sz="3600" b="1" dirty="0">
                <a:solidFill>
                  <a:srgbClr val="14110F"/>
                </a:solidFill>
                <a:latin typeface="Roboto"/>
              </a:rPr>
              <a:t>Selection of the statistical test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4AEAB733-5EB3-4CC6-907A-0EC1B427913E}"/>
              </a:ext>
            </a:extLst>
          </p:cNvPr>
          <p:cNvSpPr txBox="1"/>
          <p:nvPr/>
        </p:nvSpPr>
        <p:spPr>
          <a:xfrm>
            <a:off x="609600" y="2054915"/>
            <a:ext cx="10773983" cy="6479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Two</a:t>
            </a:r>
            <a:r>
              <a:rPr lang="es-ES_tradnl" sz="2800" dirty="0">
                <a:latin typeface="Roboto"/>
                <a:cs typeface="Trebuchet MS"/>
              </a:rPr>
              <a:t> variables: 1 </a:t>
            </a:r>
            <a:r>
              <a:rPr lang="es-ES_tradnl" sz="2800" dirty="0" err="1">
                <a:latin typeface="Roboto"/>
                <a:cs typeface="Trebuchet MS"/>
              </a:rPr>
              <a:t>quantitative</a:t>
            </a:r>
            <a:r>
              <a:rPr lang="es-ES_tradnl" sz="2800" dirty="0">
                <a:latin typeface="Roboto"/>
                <a:cs typeface="Trebuchet MS"/>
              </a:rPr>
              <a:t> and </a:t>
            </a:r>
            <a:r>
              <a:rPr lang="es-ES_tradnl" sz="2800" dirty="0" err="1">
                <a:latin typeface="Roboto"/>
                <a:cs typeface="Trebuchet MS"/>
              </a:rPr>
              <a:t>one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qualitive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with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two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levels</a:t>
            </a:r>
            <a:endParaRPr lang="es-ES_tradnl" sz="2800" dirty="0">
              <a:latin typeface="Roboto"/>
              <a:cs typeface="Trebuchet MS"/>
            </a:endParaRP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Parametric</a:t>
            </a:r>
            <a:endParaRPr lang="es-ES_tradnl" sz="2800" dirty="0">
              <a:latin typeface="Roboto"/>
              <a:cs typeface="Trebuchet MS"/>
            </a:endParaRP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Student's</a:t>
            </a:r>
            <a:r>
              <a:rPr lang="es-ES_tradnl" sz="2800" dirty="0">
                <a:latin typeface="Roboto"/>
                <a:cs typeface="Trebuchet MS"/>
              </a:rPr>
              <a:t> t-test </a:t>
            </a:r>
            <a:r>
              <a:rPr lang="es-ES_tradnl" sz="2800" dirty="0" err="1">
                <a:latin typeface="Roboto"/>
                <a:cs typeface="Trebuchet MS"/>
              </a:rPr>
              <a:t>for</a:t>
            </a:r>
            <a:r>
              <a:rPr lang="es-ES_tradnl" sz="2800" dirty="0">
                <a:latin typeface="Roboto"/>
                <a:cs typeface="Trebuchet MS"/>
              </a:rPr>
              <a:t> 2 </a:t>
            </a:r>
            <a:r>
              <a:rPr lang="es-ES_tradnl" sz="2800" dirty="0" err="1">
                <a:latin typeface="Roboto"/>
                <a:cs typeface="Trebuchet MS"/>
              </a:rPr>
              <a:t>independent</a:t>
            </a:r>
            <a:r>
              <a:rPr lang="es-ES_tradnl" sz="2800" dirty="0">
                <a:latin typeface="Roboto"/>
                <a:cs typeface="Trebuchet MS"/>
              </a:rPr>
              <a:t> simples (</a:t>
            </a:r>
            <a:r>
              <a:rPr lang="es-ES_tradnl" sz="2800" dirty="0" err="1">
                <a:latin typeface="Roboto"/>
                <a:cs typeface="Trebuchet MS"/>
              </a:rPr>
              <a:t>maybe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with</a:t>
            </a:r>
            <a:r>
              <a:rPr lang="es-ES_tradnl" sz="2800" dirty="0">
                <a:latin typeface="Roboto"/>
                <a:cs typeface="Trebuchet MS"/>
              </a:rPr>
              <a:t> Welch </a:t>
            </a:r>
            <a:r>
              <a:rPr lang="es-ES_tradnl" sz="2800" dirty="0" err="1">
                <a:latin typeface="Roboto"/>
                <a:cs typeface="Trebuchet MS"/>
              </a:rPr>
              <a:t>correction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for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unequal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variances</a:t>
            </a:r>
            <a:r>
              <a:rPr lang="es-ES_tradnl" sz="2800" dirty="0">
                <a:latin typeface="Roboto"/>
                <a:cs typeface="Trebuchet MS"/>
              </a:rPr>
              <a:t>)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Nonparametric</a:t>
            </a:r>
            <a:r>
              <a:rPr lang="es-ES_tradnl" sz="2800" dirty="0">
                <a:latin typeface="Roboto"/>
                <a:cs typeface="Trebuchet MS"/>
              </a:rPr>
              <a:t>: </a:t>
            </a: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Mann-Whitney U test </a:t>
            </a:r>
            <a:r>
              <a:rPr lang="es-ES_tradnl" sz="2800" dirty="0" err="1">
                <a:latin typeface="Roboto"/>
                <a:cs typeface="Trebuchet MS"/>
              </a:rPr>
              <a:t>or</a:t>
            </a:r>
            <a:r>
              <a:rPr lang="es-ES_tradnl" sz="2800" dirty="0">
                <a:latin typeface="Roboto"/>
                <a:cs typeface="Trebuchet MS"/>
              </a:rPr>
              <a:t> Wilcoxon-test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Paired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Samples</a:t>
            </a:r>
            <a:r>
              <a:rPr lang="es-ES_tradnl" sz="2800" dirty="0">
                <a:latin typeface="Roboto"/>
                <a:cs typeface="Trebuchet MS"/>
              </a:rPr>
              <a:t>:</a:t>
            </a: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Parametric</a:t>
            </a:r>
            <a:r>
              <a:rPr lang="es-ES_tradnl" sz="2800" dirty="0">
                <a:latin typeface="Roboto"/>
                <a:cs typeface="Trebuchet MS"/>
              </a:rPr>
              <a:t>: </a:t>
            </a:r>
            <a:r>
              <a:rPr lang="es-ES_tradnl" sz="2800" dirty="0" err="1">
                <a:latin typeface="Roboto"/>
                <a:cs typeface="Trebuchet MS"/>
              </a:rPr>
              <a:t>Paired</a:t>
            </a:r>
            <a:r>
              <a:rPr lang="es-ES_tradnl" sz="2800" dirty="0">
                <a:latin typeface="Roboto"/>
                <a:cs typeface="Trebuchet MS"/>
              </a:rPr>
              <a:t> t-test </a:t>
            </a:r>
            <a:r>
              <a:rPr lang="es-ES_tradnl" sz="2800" dirty="0" err="1">
                <a:latin typeface="Roboto"/>
                <a:cs typeface="Trebuchet MS"/>
              </a:rPr>
              <a:t>for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paired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samples</a:t>
            </a:r>
            <a:endParaRPr lang="es-ES_tradnl" sz="2800" dirty="0">
              <a:latin typeface="Roboto"/>
              <a:cs typeface="Trebuchet MS"/>
            </a:endParaRP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Nonparametric</a:t>
            </a:r>
            <a:r>
              <a:rPr lang="es-ES_tradnl" sz="2800" dirty="0">
                <a:latin typeface="Roboto"/>
                <a:cs typeface="Trebuchet MS"/>
              </a:rPr>
              <a:t>: </a:t>
            </a:r>
            <a:r>
              <a:rPr lang="es-ES_tradnl" sz="2800" dirty="0" err="1">
                <a:latin typeface="Roboto"/>
                <a:cs typeface="Trebuchet MS"/>
              </a:rPr>
              <a:t>Paired</a:t>
            </a:r>
            <a:r>
              <a:rPr lang="es-ES_tradnl" sz="2800" dirty="0">
                <a:latin typeface="Roboto"/>
                <a:cs typeface="Trebuchet MS"/>
              </a:rPr>
              <a:t> Wilcoxon test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Fichero </a:t>
            </a:r>
            <a:r>
              <a:rPr lang="es-ES_tradnl" sz="2800" dirty="0">
                <a:latin typeface="Roboto"/>
                <a:cs typeface="Trebuchet MS"/>
                <a:sym typeface="Wingdings" panose="05000000000000000000" pitchFamily="2" charset="2"/>
              </a:rPr>
              <a:t> </a:t>
            </a:r>
            <a:r>
              <a:rPr lang="es-ES_tradnl" sz="2800" dirty="0">
                <a:solidFill>
                  <a:schemeClr val="accent1"/>
                </a:solidFill>
                <a:latin typeface="Roboto"/>
                <a:cs typeface="Trebuchet MS"/>
                <a:sym typeface="Wingdings" panose="05000000000000000000" pitchFamily="2" charset="2"/>
              </a:rPr>
              <a:t>4.ttestAndFriends.html</a:t>
            </a:r>
            <a:endParaRPr lang="es-ES_tradnl" sz="2800" dirty="0">
              <a:solidFill>
                <a:schemeClr val="accent1"/>
              </a:solidFill>
              <a:latin typeface="Roboto"/>
              <a:cs typeface="Trebuchet MS"/>
            </a:endParaRPr>
          </a:p>
          <a:p>
            <a:pPr>
              <a:lnSpc>
                <a:spcPts val="4260"/>
              </a:lnSpc>
              <a:spcBef>
                <a:spcPts val="409"/>
              </a:spcBef>
            </a:pPr>
            <a:endParaRPr lang="es-ES_tradnl" sz="2800" dirty="0">
              <a:latin typeface="Roboto"/>
              <a:cs typeface="Trebuchet M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C8CD66-BCE4-4BB3-B2D6-E98D5EFA6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866509"/>
            <a:ext cx="18288000" cy="1420491"/>
          </a:xfrm>
          <a:prstGeom prst="rect">
            <a:avLst/>
          </a:prstGeom>
        </p:spPr>
      </p:pic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53D456FA-85CA-43E9-BA4D-29FD98EC4565}"/>
              </a:ext>
            </a:extLst>
          </p:cNvPr>
          <p:cNvSpPr txBox="1">
            <a:spLocks/>
          </p:cNvSpPr>
          <p:nvPr/>
        </p:nvSpPr>
        <p:spPr>
          <a:xfrm>
            <a:off x="16136016" y="983350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200" smtClean="0">
                <a:solidFill>
                  <a:schemeClr val="tx1"/>
                </a:solidFill>
                <a:latin typeface="Trebuchet MS" panose="020B0703020202090204" pitchFamily="34" charset="0"/>
              </a:rPr>
              <a:pPr/>
              <a:t>8</a:t>
            </a:fld>
            <a:endParaRPr lang="en-US" sz="3200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122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9">
            <a:extLst>
              <a:ext uri="{FF2B5EF4-FFF2-40B4-BE49-F238E27FC236}">
                <a16:creationId xmlns:a16="http://schemas.microsoft.com/office/drawing/2014/main" id="{B9E9AB35-DD49-DE47-87B4-69DDFF36A7D9}"/>
              </a:ext>
            </a:extLst>
          </p:cNvPr>
          <p:cNvSpPr txBox="1"/>
          <p:nvPr/>
        </p:nvSpPr>
        <p:spPr>
          <a:xfrm>
            <a:off x="427417" y="190500"/>
            <a:ext cx="5044175" cy="479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s-ES_tradnl" sz="2400" spc="300" dirty="0">
                <a:solidFill>
                  <a:srgbClr val="FF0000"/>
                </a:solidFill>
                <a:latin typeface="Trebuchet MS" panose="020B0703020202090204" pitchFamily="34" charset="0"/>
              </a:rPr>
              <a:t>2.</a:t>
            </a:r>
            <a:r>
              <a:rPr lang="es-ES_tradnl" sz="2400" b="1" spc="300" dirty="0">
                <a:solidFill>
                  <a:srgbClr val="14110F"/>
                </a:solidFill>
                <a:latin typeface="Roboto"/>
              </a:rPr>
              <a:t>STATISTICAL TEST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7F7223-9553-3147-A55D-F386E447C69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5251673" y="149749"/>
            <a:ext cx="2898104" cy="1213581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58E2E272-802E-4952-8A97-6FA2AAB7673D}"/>
              </a:ext>
            </a:extLst>
          </p:cNvPr>
          <p:cNvSpPr txBox="1"/>
          <p:nvPr/>
        </p:nvSpPr>
        <p:spPr>
          <a:xfrm>
            <a:off x="427416" y="455275"/>
            <a:ext cx="10773983" cy="11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400"/>
              </a:lnSpc>
            </a:pPr>
            <a:r>
              <a:rPr lang="en-US" sz="3600" b="1" dirty="0">
                <a:solidFill>
                  <a:srgbClr val="14110F"/>
                </a:solidFill>
                <a:latin typeface="Roboto"/>
              </a:rPr>
              <a:t>Selection of the statistical test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4AEAB733-5EB3-4CC6-907A-0EC1B427913E}"/>
              </a:ext>
            </a:extLst>
          </p:cNvPr>
          <p:cNvSpPr txBox="1"/>
          <p:nvPr/>
        </p:nvSpPr>
        <p:spPr>
          <a:xfrm>
            <a:off x="431032" y="2054915"/>
            <a:ext cx="16815320" cy="6529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More </a:t>
            </a:r>
            <a:r>
              <a:rPr lang="es-ES_tradnl" sz="2800" dirty="0" err="1">
                <a:latin typeface="Roboto"/>
                <a:cs typeface="Trebuchet MS"/>
              </a:rPr>
              <a:t>Than</a:t>
            </a:r>
            <a:r>
              <a:rPr lang="es-ES_tradnl" sz="2800" dirty="0">
                <a:latin typeface="Roboto"/>
                <a:cs typeface="Trebuchet MS"/>
              </a:rPr>
              <a:t> 2 </a:t>
            </a:r>
            <a:r>
              <a:rPr lang="es-ES_tradnl" sz="2800" dirty="0" err="1">
                <a:latin typeface="Roboto"/>
                <a:cs typeface="Trebuchet MS"/>
              </a:rPr>
              <a:t>Groups</a:t>
            </a:r>
            <a:r>
              <a:rPr lang="es-ES_tradnl" sz="2800" dirty="0">
                <a:latin typeface="Roboto"/>
                <a:cs typeface="Trebuchet MS"/>
              </a:rPr>
              <a:t>: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Parametric</a:t>
            </a:r>
            <a:r>
              <a:rPr lang="es-ES_tradnl" sz="2800" dirty="0">
                <a:latin typeface="Roboto"/>
                <a:cs typeface="Trebuchet MS"/>
              </a:rPr>
              <a:t>:</a:t>
            </a: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One-way</a:t>
            </a:r>
            <a:r>
              <a:rPr lang="es-ES_tradnl" sz="2800" dirty="0">
                <a:latin typeface="Roboto"/>
                <a:cs typeface="Trebuchet MS"/>
              </a:rPr>
              <a:t> ANOVA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Nonparametric</a:t>
            </a:r>
            <a:r>
              <a:rPr lang="es-ES_tradnl" sz="2800" dirty="0">
                <a:latin typeface="Roboto"/>
                <a:cs typeface="Trebuchet MS"/>
              </a:rPr>
              <a:t>: </a:t>
            </a: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Kruskal-Wallis test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Fichero </a:t>
            </a:r>
            <a:r>
              <a:rPr lang="es-ES_tradnl" sz="2800" dirty="0">
                <a:latin typeface="Roboto"/>
                <a:cs typeface="Trebuchet MS"/>
                <a:sym typeface="Wingdings" panose="05000000000000000000" pitchFamily="2" charset="2"/>
              </a:rPr>
              <a:t> </a:t>
            </a:r>
            <a:r>
              <a:rPr lang="es-ES_tradnl" sz="2800" dirty="0">
                <a:solidFill>
                  <a:schemeClr val="accent1"/>
                </a:solidFill>
                <a:latin typeface="Roboto"/>
                <a:cs typeface="Trebuchet MS"/>
                <a:sym typeface="Wingdings" panose="05000000000000000000" pitchFamily="2" charset="2"/>
              </a:rPr>
              <a:t>5.ANOVAAndFriends.html</a:t>
            </a:r>
            <a:endParaRPr lang="es-ES_tradnl" sz="2800" dirty="0">
              <a:solidFill>
                <a:schemeClr val="accent1"/>
              </a:solidFill>
              <a:latin typeface="Roboto"/>
              <a:cs typeface="Trebuchet MS"/>
            </a:endParaRP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endParaRPr lang="es-ES_tradnl" sz="2800" dirty="0">
              <a:latin typeface="Roboto"/>
              <a:cs typeface="Trebuchet MS"/>
            </a:endParaRP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endParaRPr lang="es-ES_tradnl" sz="2800" dirty="0">
              <a:latin typeface="Roboto"/>
              <a:cs typeface="Trebuchet MS"/>
            </a:endParaRP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endParaRPr lang="es-ES_tradnl" sz="2800" dirty="0">
              <a:latin typeface="Roboto"/>
              <a:cs typeface="Trebuchet MS"/>
            </a:endParaRP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endParaRPr lang="es-ES_tradnl" sz="2800" dirty="0">
              <a:latin typeface="Roboto"/>
              <a:cs typeface="Trebuchet MS"/>
            </a:endParaRPr>
          </a:p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Paired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Samples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or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other</a:t>
            </a:r>
            <a:r>
              <a:rPr lang="es-ES_tradnl" sz="2800" dirty="0">
                <a:latin typeface="Roboto"/>
                <a:cs typeface="Trebuchet MS"/>
              </a:rPr>
              <a:t> more </a:t>
            </a:r>
            <a:r>
              <a:rPr lang="es-ES_tradnl" sz="2800" dirty="0" err="1">
                <a:latin typeface="Roboto"/>
                <a:cs typeface="Trebuchet MS"/>
              </a:rPr>
              <a:t>complex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designs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>
                <a:latin typeface="Roboto"/>
                <a:cs typeface="Trebuchet MS"/>
                <a:sym typeface="Wingdings" panose="05000000000000000000" pitchFamily="2" charset="2"/>
              </a:rPr>
              <a:t> Switch </a:t>
            </a:r>
            <a:r>
              <a:rPr lang="es-ES_tradnl" sz="2800" dirty="0" err="1">
                <a:latin typeface="Roboto"/>
                <a:cs typeface="Trebuchet MS"/>
                <a:sym typeface="Wingdings" panose="05000000000000000000" pitchFamily="2" charset="2"/>
              </a:rPr>
              <a:t>to</a:t>
            </a:r>
            <a:r>
              <a:rPr lang="es-ES_tradnl" sz="2800" dirty="0">
                <a:latin typeface="Roboto"/>
                <a:cs typeface="Trebuchet MS"/>
                <a:sym typeface="Wingdings" panose="05000000000000000000" pitchFamily="2" charset="2"/>
              </a:rPr>
              <a:t> linear </a:t>
            </a:r>
            <a:r>
              <a:rPr lang="es-ES_tradnl" sz="2800" dirty="0" err="1">
                <a:latin typeface="Roboto"/>
                <a:cs typeface="Trebuchet MS"/>
                <a:sym typeface="Wingdings" panose="05000000000000000000" pitchFamily="2" charset="2"/>
              </a:rPr>
              <a:t>models</a:t>
            </a:r>
            <a:endParaRPr lang="es-ES_tradnl" sz="2800" dirty="0">
              <a:latin typeface="Roboto"/>
              <a:cs typeface="Trebuchet MS"/>
              <a:sym typeface="Wingdings" panose="05000000000000000000" pitchFamily="2" charset="2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C8CD66-BCE4-4BB3-B2D6-E98D5EFA6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66509"/>
            <a:ext cx="18288000" cy="1420491"/>
          </a:xfrm>
          <a:prstGeom prst="rect">
            <a:avLst/>
          </a:prstGeom>
        </p:spPr>
      </p:pic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53D456FA-85CA-43E9-BA4D-29FD98EC4565}"/>
              </a:ext>
            </a:extLst>
          </p:cNvPr>
          <p:cNvSpPr txBox="1">
            <a:spLocks/>
          </p:cNvSpPr>
          <p:nvPr/>
        </p:nvSpPr>
        <p:spPr>
          <a:xfrm>
            <a:off x="16136016" y="983350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200" smtClean="0">
                <a:solidFill>
                  <a:schemeClr val="tx1"/>
                </a:solidFill>
                <a:latin typeface="Trebuchet MS" panose="020B0703020202090204" pitchFamily="34" charset="0"/>
              </a:rPr>
              <a:pPr/>
              <a:t>9</a:t>
            </a:fld>
            <a:endParaRPr lang="en-US" sz="3200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pic>
        <p:nvPicPr>
          <p:cNvPr id="2" name="Picture 1" descr="A diagram of a company&#10;&#10;Description automatically generated">
            <a:extLst>
              <a:ext uri="{FF2B5EF4-FFF2-40B4-BE49-F238E27FC236}">
                <a16:creationId xmlns:a16="http://schemas.microsoft.com/office/drawing/2014/main" id="{4E83D861-8C13-AFE0-048F-FAF55C6B051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74" t="63300" r="15905" b="5277"/>
          <a:stretch/>
        </p:blipFill>
        <p:spPr>
          <a:xfrm>
            <a:off x="11136009" y="1198711"/>
            <a:ext cx="7151991" cy="592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16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9">
            <a:extLst>
              <a:ext uri="{FF2B5EF4-FFF2-40B4-BE49-F238E27FC236}">
                <a16:creationId xmlns:a16="http://schemas.microsoft.com/office/drawing/2014/main" id="{B9E9AB35-DD49-DE47-87B4-69DDFF36A7D9}"/>
              </a:ext>
            </a:extLst>
          </p:cNvPr>
          <p:cNvSpPr txBox="1"/>
          <p:nvPr/>
        </p:nvSpPr>
        <p:spPr>
          <a:xfrm>
            <a:off x="427417" y="190500"/>
            <a:ext cx="5044175" cy="479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s-ES_tradnl" sz="2400" spc="300" dirty="0">
                <a:solidFill>
                  <a:srgbClr val="FF0000"/>
                </a:solidFill>
                <a:latin typeface="Trebuchet MS" panose="020B0703020202090204" pitchFamily="34" charset="0"/>
              </a:rPr>
              <a:t>2.</a:t>
            </a:r>
            <a:r>
              <a:rPr lang="es-ES_tradnl" sz="2400" b="1" spc="300" dirty="0">
                <a:solidFill>
                  <a:srgbClr val="14110F"/>
                </a:solidFill>
                <a:latin typeface="Roboto"/>
              </a:rPr>
              <a:t>STATISTICAL TEST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7F7223-9553-3147-A55D-F386E447C69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5251673" y="149749"/>
            <a:ext cx="2898104" cy="1213581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58E2E272-802E-4952-8A97-6FA2AAB7673D}"/>
              </a:ext>
            </a:extLst>
          </p:cNvPr>
          <p:cNvSpPr txBox="1"/>
          <p:nvPr/>
        </p:nvSpPr>
        <p:spPr>
          <a:xfrm>
            <a:off x="427416" y="455275"/>
            <a:ext cx="10773983" cy="11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400"/>
              </a:lnSpc>
            </a:pPr>
            <a:r>
              <a:rPr lang="en-US" sz="3600" b="1" dirty="0">
                <a:solidFill>
                  <a:srgbClr val="14110F"/>
                </a:solidFill>
                <a:latin typeface="Roboto"/>
              </a:rPr>
              <a:t>Selection of the statistical test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4AEAB733-5EB3-4CC6-907A-0EC1B427913E}"/>
              </a:ext>
            </a:extLst>
          </p:cNvPr>
          <p:cNvSpPr txBox="1"/>
          <p:nvPr/>
        </p:nvSpPr>
        <p:spPr>
          <a:xfrm>
            <a:off x="609600" y="2054915"/>
            <a:ext cx="12494840" cy="2914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Two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quantitative</a:t>
            </a:r>
            <a:r>
              <a:rPr lang="es-ES_tradnl" sz="2800" dirty="0">
                <a:latin typeface="Roboto"/>
                <a:cs typeface="Trebuchet MS"/>
              </a:rPr>
              <a:t> Variables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Parametric</a:t>
            </a:r>
            <a:r>
              <a:rPr lang="es-ES_tradnl" sz="2800" dirty="0">
                <a:latin typeface="Roboto"/>
                <a:cs typeface="Trebuchet MS"/>
              </a:rPr>
              <a:t>: Pearson </a:t>
            </a:r>
            <a:r>
              <a:rPr lang="es-ES_tradnl" sz="2800" dirty="0" err="1">
                <a:latin typeface="Roboto"/>
                <a:cs typeface="Trebuchet MS"/>
              </a:rPr>
              <a:t>correlation</a:t>
            </a:r>
            <a:endParaRPr lang="es-ES_tradnl" sz="2800" dirty="0">
              <a:latin typeface="Roboto"/>
              <a:cs typeface="Trebuchet MS"/>
            </a:endParaRP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Nonparametric</a:t>
            </a:r>
            <a:r>
              <a:rPr lang="es-ES_tradnl" sz="2800" dirty="0">
                <a:latin typeface="Roboto"/>
                <a:cs typeface="Trebuchet MS"/>
              </a:rPr>
              <a:t>: </a:t>
            </a:r>
            <a:r>
              <a:rPr lang="es-ES_tradnl" sz="2800" dirty="0" err="1">
                <a:latin typeface="Roboto"/>
                <a:cs typeface="Trebuchet MS"/>
              </a:rPr>
              <a:t>Spearman's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rank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correlation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or</a:t>
            </a:r>
            <a:r>
              <a:rPr lang="es-ES_tradnl" sz="2800" dirty="0">
                <a:latin typeface="Roboto"/>
                <a:cs typeface="Trebuchet MS"/>
              </a:rPr>
              <a:t> Kendall </a:t>
            </a:r>
            <a:r>
              <a:rPr lang="es-ES_tradnl" sz="2800" dirty="0" err="1">
                <a:latin typeface="Roboto"/>
                <a:cs typeface="Trebuchet MS"/>
              </a:rPr>
              <a:t>correlation</a:t>
            </a:r>
            <a:endParaRPr lang="es-ES_tradnl" sz="2800" dirty="0">
              <a:latin typeface="Roboto"/>
              <a:cs typeface="Trebuchet MS"/>
            </a:endParaRPr>
          </a:p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Fichero: </a:t>
            </a:r>
            <a:r>
              <a:rPr lang="es-ES_tradnl" sz="2800" dirty="0">
                <a:solidFill>
                  <a:schemeClr val="accent1"/>
                </a:solidFill>
                <a:latin typeface="Roboto"/>
                <a:cs typeface="Trebuchet MS"/>
              </a:rPr>
              <a:t>6.Correlations.html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endParaRPr lang="es-ES_tradnl" sz="2800" dirty="0">
              <a:latin typeface="Roboto"/>
              <a:cs typeface="Trebuchet M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C8CD66-BCE4-4BB3-B2D6-E98D5EFA6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66509"/>
            <a:ext cx="18288000" cy="1420491"/>
          </a:xfrm>
          <a:prstGeom prst="rect">
            <a:avLst/>
          </a:prstGeom>
        </p:spPr>
      </p:pic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53D456FA-85CA-43E9-BA4D-29FD98EC4565}"/>
              </a:ext>
            </a:extLst>
          </p:cNvPr>
          <p:cNvSpPr txBox="1">
            <a:spLocks/>
          </p:cNvSpPr>
          <p:nvPr/>
        </p:nvSpPr>
        <p:spPr>
          <a:xfrm>
            <a:off x="16136016" y="983350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200" smtClean="0">
                <a:solidFill>
                  <a:schemeClr val="tx1"/>
                </a:solidFill>
                <a:latin typeface="Trebuchet MS" panose="020B0703020202090204" pitchFamily="34" charset="0"/>
              </a:rPr>
              <a:pPr/>
              <a:t>10</a:t>
            </a:fld>
            <a:endParaRPr lang="en-US" sz="3200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pic>
        <p:nvPicPr>
          <p:cNvPr id="2" name="Picture 1" descr="A diagram of a company&#10;&#10;Description automatically generated">
            <a:extLst>
              <a:ext uri="{FF2B5EF4-FFF2-40B4-BE49-F238E27FC236}">
                <a16:creationId xmlns:a16="http://schemas.microsoft.com/office/drawing/2014/main" id="{A694BFFE-D6ED-E878-C8F9-44238356F98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82" t="15171" r="20362" b="65400"/>
          <a:stretch/>
        </p:blipFill>
        <p:spPr>
          <a:xfrm>
            <a:off x="11999909" y="2108808"/>
            <a:ext cx="6289107" cy="538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89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9">
            <a:extLst>
              <a:ext uri="{FF2B5EF4-FFF2-40B4-BE49-F238E27FC236}">
                <a16:creationId xmlns:a16="http://schemas.microsoft.com/office/drawing/2014/main" id="{B9E9AB35-DD49-DE47-87B4-69DDFF36A7D9}"/>
              </a:ext>
            </a:extLst>
          </p:cNvPr>
          <p:cNvSpPr txBox="1"/>
          <p:nvPr/>
        </p:nvSpPr>
        <p:spPr>
          <a:xfrm>
            <a:off x="427417" y="190500"/>
            <a:ext cx="5044175" cy="479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s-ES_tradnl" sz="2400" spc="300" dirty="0">
                <a:solidFill>
                  <a:srgbClr val="FF0000"/>
                </a:solidFill>
                <a:latin typeface="Trebuchet MS" panose="020B0703020202090204" pitchFamily="34" charset="0"/>
              </a:rPr>
              <a:t>2.</a:t>
            </a:r>
            <a:r>
              <a:rPr lang="es-ES_tradnl" sz="2400" b="1" spc="300" dirty="0">
                <a:solidFill>
                  <a:srgbClr val="14110F"/>
                </a:solidFill>
                <a:latin typeface="Roboto"/>
              </a:rPr>
              <a:t>STATISTICAL TEST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7F7223-9553-3147-A55D-F386E447C69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5251673" y="149749"/>
            <a:ext cx="2898104" cy="1213581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58E2E272-802E-4952-8A97-6FA2AAB7673D}"/>
              </a:ext>
            </a:extLst>
          </p:cNvPr>
          <p:cNvSpPr txBox="1"/>
          <p:nvPr/>
        </p:nvSpPr>
        <p:spPr>
          <a:xfrm>
            <a:off x="427416" y="455275"/>
            <a:ext cx="10773983" cy="11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400"/>
              </a:lnSpc>
            </a:pPr>
            <a:r>
              <a:rPr lang="en-US" sz="3600" b="1" dirty="0">
                <a:solidFill>
                  <a:srgbClr val="14110F"/>
                </a:solidFill>
                <a:latin typeface="Roboto"/>
              </a:rPr>
              <a:t>Selection of the statistical test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4AEAB733-5EB3-4CC6-907A-0EC1B427913E}"/>
              </a:ext>
            </a:extLst>
          </p:cNvPr>
          <p:cNvSpPr txBox="1"/>
          <p:nvPr/>
        </p:nvSpPr>
        <p:spPr>
          <a:xfrm>
            <a:off x="609600" y="2054915"/>
            <a:ext cx="12494840" cy="7133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For</a:t>
            </a:r>
            <a:r>
              <a:rPr lang="es-ES_tradnl" sz="2800" dirty="0">
                <a:latin typeface="Roboto"/>
                <a:cs typeface="Trebuchet MS"/>
              </a:rPr>
              <a:t> More </a:t>
            </a:r>
            <a:r>
              <a:rPr lang="es-ES_tradnl" sz="2800" dirty="0" err="1">
                <a:latin typeface="Roboto"/>
                <a:cs typeface="Trebuchet MS"/>
              </a:rPr>
              <a:t>Than</a:t>
            </a:r>
            <a:r>
              <a:rPr lang="es-ES_tradnl" sz="2800" dirty="0">
                <a:latin typeface="Roboto"/>
                <a:cs typeface="Trebuchet MS"/>
              </a:rPr>
              <a:t> 2 Variables (</a:t>
            </a:r>
            <a:r>
              <a:rPr lang="es-ES_tradnl" sz="2800" dirty="0" err="1">
                <a:latin typeface="Roboto"/>
                <a:cs typeface="Trebuchet MS"/>
              </a:rPr>
              <a:t>also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for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two</a:t>
            </a:r>
            <a:r>
              <a:rPr lang="es-ES_tradnl" sz="2800" dirty="0">
                <a:latin typeface="Roboto"/>
                <a:cs typeface="Trebuchet MS"/>
              </a:rPr>
              <a:t> variables):</a:t>
            </a:r>
          </a:p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Quantitative</a:t>
            </a:r>
            <a:r>
              <a:rPr lang="es-ES_tradnl" sz="2800" dirty="0">
                <a:latin typeface="Roboto"/>
                <a:cs typeface="Trebuchet MS"/>
              </a:rPr>
              <a:t> Output (</a:t>
            </a:r>
            <a:r>
              <a:rPr lang="es-ES_tradnl" sz="2800" dirty="0" err="1">
                <a:latin typeface="Roboto"/>
                <a:cs typeface="Trebuchet MS"/>
              </a:rPr>
              <a:t>also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called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Dependent</a:t>
            </a:r>
            <a:r>
              <a:rPr lang="es-ES_tradnl" sz="2800" dirty="0">
                <a:latin typeface="Roboto"/>
                <a:cs typeface="Trebuchet MS"/>
              </a:rPr>
              <a:t> Variable)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Multiple</a:t>
            </a:r>
            <a:r>
              <a:rPr lang="es-ES_tradnl" sz="2800" dirty="0">
                <a:latin typeface="Roboto"/>
                <a:cs typeface="Trebuchet MS"/>
              </a:rPr>
              <a:t> linear </a:t>
            </a:r>
            <a:r>
              <a:rPr lang="es-ES_tradnl" sz="2800" dirty="0" err="1">
                <a:latin typeface="Roboto"/>
                <a:cs typeface="Trebuchet MS"/>
              </a:rPr>
              <a:t>regression</a:t>
            </a:r>
            <a:r>
              <a:rPr lang="es-ES_tradnl" sz="2800" dirty="0">
                <a:latin typeface="Roboto"/>
                <a:cs typeface="Trebuchet MS"/>
              </a:rPr>
              <a:t> (linear </a:t>
            </a:r>
            <a:r>
              <a:rPr lang="es-ES_tradnl" sz="2800" dirty="0" err="1">
                <a:latin typeface="Roboto"/>
                <a:cs typeface="Trebuchet MS"/>
              </a:rPr>
              <a:t>models</a:t>
            </a:r>
            <a:r>
              <a:rPr lang="es-ES_tradnl" sz="2800" dirty="0">
                <a:latin typeface="Roboto"/>
                <a:cs typeface="Trebuchet MS"/>
              </a:rPr>
              <a:t>)</a:t>
            </a: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  <a:sym typeface="Wingdings" panose="05000000000000000000" pitchFamily="2" charset="2"/>
              </a:rPr>
              <a:t>Ficheros: </a:t>
            </a:r>
            <a:r>
              <a:rPr lang="es-ES_tradnl" sz="2800" dirty="0">
                <a:solidFill>
                  <a:schemeClr val="accent1"/>
                </a:solidFill>
                <a:latin typeface="Roboto"/>
                <a:cs typeface="Trebuchet MS"/>
                <a:sym typeface="Wingdings" panose="05000000000000000000" pitchFamily="2" charset="2"/>
              </a:rPr>
              <a:t>7.linearmodels.html, 8.lmvsttestvsanova.html</a:t>
            </a:r>
            <a:endParaRPr lang="es-ES_tradnl" sz="2800" dirty="0">
              <a:solidFill>
                <a:schemeClr val="accent1"/>
              </a:solidFill>
              <a:latin typeface="Roboto"/>
              <a:cs typeface="Trebuchet MS"/>
            </a:endParaRP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Generalized</a:t>
            </a:r>
            <a:r>
              <a:rPr lang="es-ES_tradnl" sz="2800" dirty="0">
                <a:latin typeface="Roboto"/>
                <a:cs typeface="Trebuchet MS"/>
              </a:rPr>
              <a:t> linear </a:t>
            </a:r>
            <a:r>
              <a:rPr lang="es-ES_tradnl" sz="2800" dirty="0" err="1">
                <a:latin typeface="Roboto"/>
                <a:cs typeface="Trebuchet MS"/>
              </a:rPr>
              <a:t>models</a:t>
            </a:r>
            <a:r>
              <a:rPr lang="es-ES_tradnl" sz="2800" dirty="0">
                <a:latin typeface="Roboto"/>
                <a:cs typeface="Trebuchet MS"/>
              </a:rPr>
              <a:t> (</a:t>
            </a:r>
            <a:r>
              <a:rPr lang="es-ES_tradnl" sz="2800" dirty="0" err="1">
                <a:latin typeface="Roboto"/>
                <a:cs typeface="Trebuchet MS"/>
              </a:rPr>
              <a:t>depending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on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the</a:t>
            </a:r>
            <a:r>
              <a:rPr lang="es-ES_tradnl" sz="2800" dirty="0">
                <a:latin typeface="Roboto"/>
                <a:cs typeface="Trebuchet MS"/>
              </a:rPr>
              <a:t> output)</a:t>
            </a: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Ficheros</a:t>
            </a:r>
          </a:p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Qualitative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Dependent</a:t>
            </a:r>
            <a:r>
              <a:rPr lang="es-ES_tradnl" sz="2800" dirty="0">
                <a:latin typeface="Roboto"/>
                <a:cs typeface="Trebuchet MS"/>
              </a:rPr>
              <a:t> Variable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 err="1">
                <a:latin typeface="Roboto"/>
                <a:cs typeface="Trebuchet MS"/>
              </a:rPr>
              <a:t>Two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Groups</a:t>
            </a:r>
            <a:r>
              <a:rPr lang="es-ES_tradnl" sz="2800" dirty="0">
                <a:latin typeface="Roboto"/>
                <a:cs typeface="Trebuchet MS"/>
              </a:rPr>
              <a:t>: </a:t>
            </a:r>
            <a:r>
              <a:rPr lang="es-ES_tradnl" sz="2800" dirty="0" err="1">
                <a:latin typeface="Roboto"/>
                <a:cs typeface="Trebuchet MS"/>
              </a:rPr>
              <a:t>Binary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logistic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regression</a:t>
            </a:r>
            <a:endParaRPr lang="es-ES_tradnl" sz="2800" dirty="0">
              <a:latin typeface="Roboto"/>
              <a:cs typeface="Trebuchet MS"/>
            </a:endParaRP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Fichero: </a:t>
            </a:r>
            <a:r>
              <a:rPr lang="es-ES_tradnl" sz="2800" dirty="0">
                <a:solidFill>
                  <a:schemeClr val="accent1"/>
                </a:solidFill>
                <a:latin typeface="Roboto"/>
                <a:cs typeface="Trebuchet MS"/>
              </a:rPr>
              <a:t>9.logisticlm.html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More </a:t>
            </a:r>
            <a:r>
              <a:rPr lang="es-ES_tradnl" sz="2800" dirty="0" err="1">
                <a:latin typeface="Roboto"/>
                <a:cs typeface="Trebuchet MS"/>
              </a:rPr>
              <a:t>than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Two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Groups</a:t>
            </a:r>
            <a:r>
              <a:rPr lang="es-ES_tradnl" sz="2800" dirty="0">
                <a:latin typeface="Roboto"/>
                <a:cs typeface="Trebuchet MS"/>
              </a:rPr>
              <a:t>: Multinomial </a:t>
            </a:r>
            <a:r>
              <a:rPr lang="es-ES_tradnl" sz="2800" dirty="0" err="1">
                <a:latin typeface="Roboto"/>
                <a:cs typeface="Trebuchet MS"/>
              </a:rPr>
              <a:t>logistic</a:t>
            </a:r>
            <a:r>
              <a:rPr lang="es-ES_tradnl" sz="2800" dirty="0">
                <a:latin typeface="Roboto"/>
                <a:cs typeface="Trebuchet MS"/>
              </a:rPr>
              <a:t> </a:t>
            </a:r>
            <a:r>
              <a:rPr lang="es-ES_tradnl" sz="2800" dirty="0" err="1">
                <a:latin typeface="Roboto"/>
                <a:cs typeface="Trebuchet MS"/>
              </a:rPr>
              <a:t>regression</a:t>
            </a:r>
            <a:endParaRPr lang="es-ES_tradnl" sz="2800" dirty="0">
              <a:latin typeface="Roboto"/>
              <a:cs typeface="Trebuchet MS"/>
            </a:endParaRPr>
          </a:p>
          <a:p>
            <a:pPr marL="1371600" lvl="2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_tradnl" sz="2800" dirty="0">
                <a:latin typeface="Roboto"/>
                <a:cs typeface="Trebuchet MS"/>
              </a:rPr>
              <a:t>Fichero</a:t>
            </a:r>
            <a:r>
              <a:rPr lang="es-ES_tradnl" sz="2800">
                <a:latin typeface="Roboto"/>
                <a:cs typeface="Trebuchet MS"/>
              </a:rPr>
              <a:t>: </a:t>
            </a:r>
            <a:r>
              <a:rPr lang="es-ES_tradnl" sz="2800">
                <a:solidFill>
                  <a:schemeClr val="accent1"/>
                </a:solidFill>
                <a:latin typeface="Roboto"/>
                <a:cs typeface="Trebuchet MS"/>
              </a:rPr>
              <a:t>10.</a:t>
            </a:r>
            <a:r>
              <a:rPr lang="es-ES_tradnl" sz="2800" dirty="0">
                <a:solidFill>
                  <a:schemeClr val="accent1"/>
                </a:solidFill>
                <a:latin typeface="Roboto"/>
                <a:cs typeface="Trebuchet MS"/>
              </a:rPr>
              <a:t>M</a:t>
            </a:r>
            <a:r>
              <a:rPr lang="es-ES_tradnl" sz="2800">
                <a:solidFill>
                  <a:schemeClr val="accent1"/>
                </a:solidFill>
                <a:latin typeface="Roboto"/>
                <a:cs typeface="Trebuchet MS"/>
              </a:rPr>
              <a:t>ultinomial</a:t>
            </a:r>
            <a:r>
              <a:rPr lang="es-ES_tradnl" sz="2800" dirty="0">
                <a:solidFill>
                  <a:schemeClr val="accent1"/>
                </a:solidFill>
                <a:latin typeface="Roboto"/>
                <a:cs typeface="Trebuchet MS"/>
              </a:rPr>
              <a:t>.html</a:t>
            </a:r>
          </a:p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endParaRPr lang="es-ES_tradnl" sz="2800" dirty="0">
              <a:latin typeface="Roboto"/>
              <a:cs typeface="Trebuchet M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C8CD66-BCE4-4BB3-B2D6-E98D5EFA6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66509"/>
            <a:ext cx="18288000" cy="1420491"/>
          </a:xfrm>
          <a:prstGeom prst="rect">
            <a:avLst/>
          </a:prstGeom>
        </p:spPr>
      </p:pic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53D456FA-85CA-43E9-BA4D-29FD98EC4565}"/>
              </a:ext>
            </a:extLst>
          </p:cNvPr>
          <p:cNvSpPr txBox="1">
            <a:spLocks/>
          </p:cNvSpPr>
          <p:nvPr/>
        </p:nvSpPr>
        <p:spPr>
          <a:xfrm>
            <a:off x="16136016" y="983350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200" smtClean="0">
                <a:solidFill>
                  <a:schemeClr val="tx1"/>
                </a:solidFill>
                <a:latin typeface="Trebuchet MS" panose="020B0703020202090204" pitchFamily="34" charset="0"/>
              </a:rPr>
              <a:pPr/>
              <a:t>11</a:t>
            </a:fld>
            <a:endParaRPr lang="en-US" sz="3200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pic>
        <p:nvPicPr>
          <p:cNvPr id="2" name="Picture 1" descr="A diagram of a company&#10;&#10;Description automatically generated">
            <a:extLst>
              <a:ext uri="{FF2B5EF4-FFF2-40B4-BE49-F238E27FC236}">
                <a16:creationId xmlns:a16="http://schemas.microsoft.com/office/drawing/2014/main" id="{9340D094-6066-708A-2C34-DC48DAE75A7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67" t="9401" b="65811"/>
          <a:stretch/>
        </p:blipFill>
        <p:spPr>
          <a:xfrm>
            <a:off x="11232930" y="1363330"/>
            <a:ext cx="7055070" cy="676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59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9">
            <a:extLst>
              <a:ext uri="{FF2B5EF4-FFF2-40B4-BE49-F238E27FC236}">
                <a16:creationId xmlns:a16="http://schemas.microsoft.com/office/drawing/2014/main" id="{B9E9AB35-DD49-DE47-87B4-69DDFF36A7D9}"/>
              </a:ext>
            </a:extLst>
          </p:cNvPr>
          <p:cNvSpPr txBox="1"/>
          <p:nvPr/>
        </p:nvSpPr>
        <p:spPr>
          <a:xfrm>
            <a:off x="427417" y="190500"/>
            <a:ext cx="5044175" cy="479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s-ES_tradnl" sz="2400" spc="300" dirty="0">
                <a:solidFill>
                  <a:srgbClr val="FF0000"/>
                </a:solidFill>
                <a:latin typeface="Trebuchet MS" panose="020B0703020202090204" pitchFamily="34" charset="0"/>
              </a:rPr>
              <a:t>2.</a:t>
            </a:r>
            <a:r>
              <a:rPr lang="es-ES_tradnl" sz="2400" b="1" spc="300" dirty="0">
                <a:solidFill>
                  <a:srgbClr val="14110F"/>
                </a:solidFill>
                <a:latin typeface="Roboto"/>
              </a:rPr>
              <a:t>STATISTICAL TEST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7F7223-9553-3147-A55D-F386E447C69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5251673" y="149749"/>
            <a:ext cx="2898104" cy="1213581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58E2E272-802E-4952-8A97-6FA2AAB7673D}"/>
              </a:ext>
            </a:extLst>
          </p:cNvPr>
          <p:cNvSpPr txBox="1"/>
          <p:nvPr/>
        </p:nvSpPr>
        <p:spPr>
          <a:xfrm>
            <a:off x="427416" y="455275"/>
            <a:ext cx="10773983" cy="11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400"/>
              </a:lnSpc>
            </a:pPr>
            <a:r>
              <a:rPr lang="en-US" sz="3600" b="1" dirty="0">
                <a:solidFill>
                  <a:srgbClr val="14110F"/>
                </a:solidFill>
                <a:latin typeface="Roboto"/>
              </a:rPr>
              <a:t>Selection of the statistical test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4AEAB733-5EB3-4CC6-907A-0EC1B427913E}"/>
              </a:ext>
            </a:extLst>
          </p:cNvPr>
          <p:cNvSpPr txBox="1"/>
          <p:nvPr/>
        </p:nvSpPr>
        <p:spPr>
          <a:xfrm>
            <a:off x="609600" y="2054915"/>
            <a:ext cx="10478616" cy="6966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" sz="2400" dirty="0" err="1">
                <a:latin typeface="Roboto"/>
                <a:cs typeface="Trebuchet MS"/>
              </a:rPr>
              <a:t>Depending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on</a:t>
            </a:r>
            <a:r>
              <a:rPr lang="es-ES" sz="2400" dirty="0">
                <a:latin typeface="Roboto"/>
                <a:cs typeface="Trebuchet MS"/>
              </a:rPr>
              <a:t> the output, </a:t>
            </a:r>
            <a:r>
              <a:rPr lang="es-ES" sz="2400" dirty="0" err="1">
                <a:latin typeface="Roboto"/>
                <a:cs typeface="Trebuchet MS"/>
              </a:rPr>
              <a:t>we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have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generalized</a:t>
            </a:r>
            <a:r>
              <a:rPr lang="es-ES" sz="2400" dirty="0">
                <a:latin typeface="Roboto"/>
                <a:cs typeface="Trebuchet MS"/>
              </a:rPr>
              <a:t> linear </a:t>
            </a:r>
            <a:r>
              <a:rPr lang="es-ES" sz="2400" dirty="0" err="1">
                <a:latin typeface="Roboto"/>
                <a:cs typeface="Trebuchet MS"/>
              </a:rPr>
              <a:t>models</a:t>
            </a:r>
            <a:endParaRPr lang="es-ES" sz="2400" dirty="0">
              <a:latin typeface="Roboto"/>
              <a:cs typeface="Trebuchet MS"/>
            </a:endParaRP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" sz="2400" dirty="0" err="1">
                <a:latin typeface="Roboto"/>
                <a:cs typeface="Trebuchet MS"/>
              </a:rPr>
              <a:t>Assuming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continuous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values</a:t>
            </a:r>
            <a:r>
              <a:rPr lang="es-ES" sz="2400" dirty="0">
                <a:latin typeface="Roboto"/>
                <a:cs typeface="Trebuchet MS"/>
              </a:rPr>
              <a:t> and normal </a:t>
            </a:r>
            <a:r>
              <a:rPr lang="es-ES" sz="2400" dirty="0" err="1">
                <a:latin typeface="Roboto"/>
                <a:cs typeface="Trebuchet MS"/>
              </a:rPr>
              <a:t>errors</a:t>
            </a:r>
            <a:r>
              <a:rPr lang="es-ES" sz="2400" dirty="0">
                <a:latin typeface="Roboto"/>
                <a:cs typeface="Trebuchet MS"/>
              </a:rPr>
              <a:t>, </a:t>
            </a:r>
            <a:r>
              <a:rPr lang="es-ES" sz="2400" dirty="0" err="1">
                <a:latin typeface="Roboto"/>
                <a:cs typeface="Trebuchet MS"/>
              </a:rPr>
              <a:t>we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have</a:t>
            </a:r>
            <a:r>
              <a:rPr lang="es-ES" sz="2400" dirty="0">
                <a:latin typeface="Roboto"/>
                <a:cs typeface="Trebuchet MS"/>
              </a:rPr>
              <a:t> a </a:t>
            </a:r>
            <a:r>
              <a:rPr lang="es-ES" sz="2400" dirty="0" err="1">
                <a:latin typeface="Roboto"/>
                <a:cs typeface="Trebuchet MS"/>
              </a:rPr>
              <a:t>multiple</a:t>
            </a:r>
            <a:r>
              <a:rPr lang="es-ES" sz="2400" dirty="0">
                <a:latin typeface="Roboto"/>
                <a:cs typeface="Trebuchet MS"/>
              </a:rPr>
              <a:t> linear </a:t>
            </a:r>
            <a:r>
              <a:rPr lang="es-ES" sz="2400" dirty="0" err="1">
                <a:latin typeface="Roboto"/>
                <a:cs typeface="Trebuchet MS"/>
              </a:rPr>
              <a:t>regression</a:t>
            </a:r>
            <a:endParaRPr lang="es-ES" sz="2400" dirty="0">
              <a:latin typeface="Roboto"/>
              <a:cs typeface="Trebuchet MS"/>
            </a:endParaRP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" sz="2400" dirty="0" err="1">
                <a:latin typeface="Roboto"/>
                <a:cs typeface="Trebuchet MS"/>
              </a:rPr>
              <a:t>If</a:t>
            </a:r>
            <a:r>
              <a:rPr lang="es-ES" sz="2400" dirty="0">
                <a:latin typeface="Roboto"/>
                <a:cs typeface="Trebuchet MS"/>
              </a:rPr>
              <a:t> there are </a:t>
            </a:r>
            <a:r>
              <a:rPr lang="es-ES" sz="2400" dirty="0" err="1">
                <a:latin typeface="Roboto"/>
                <a:cs typeface="Trebuchet MS"/>
              </a:rPr>
              <a:t>outliers</a:t>
            </a:r>
            <a:r>
              <a:rPr lang="es-ES" sz="2400" dirty="0">
                <a:latin typeface="Roboto"/>
                <a:cs typeface="Trebuchet MS"/>
              </a:rPr>
              <a:t>: </a:t>
            </a:r>
            <a:r>
              <a:rPr lang="es-ES" sz="2400" dirty="0" err="1">
                <a:latin typeface="Roboto"/>
                <a:cs typeface="Trebuchet MS"/>
              </a:rPr>
              <a:t>robust</a:t>
            </a:r>
            <a:r>
              <a:rPr lang="es-ES" sz="2400" dirty="0">
                <a:latin typeface="Roboto"/>
                <a:cs typeface="Trebuchet MS"/>
              </a:rPr>
              <a:t> linear </a:t>
            </a:r>
            <a:r>
              <a:rPr lang="es-ES" sz="2400" dirty="0" err="1">
                <a:latin typeface="Roboto"/>
                <a:cs typeface="Trebuchet MS"/>
              </a:rPr>
              <a:t>models</a:t>
            </a:r>
            <a:endParaRPr lang="es-ES" sz="2400" dirty="0">
              <a:latin typeface="Roboto"/>
              <a:cs typeface="Trebuchet MS"/>
            </a:endParaRP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" sz="2400" dirty="0" err="1">
                <a:latin typeface="Roboto"/>
                <a:cs typeface="Trebuchet MS"/>
              </a:rPr>
              <a:t>If</a:t>
            </a:r>
            <a:r>
              <a:rPr lang="es-ES" sz="2400" dirty="0">
                <a:latin typeface="Roboto"/>
                <a:cs typeface="Trebuchet MS"/>
              </a:rPr>
              <a:t> the output are </a:t>
            </a:r>
            <a:r>
              <a:rPr lang="es-ES" sz="2400" dirty="0" err="1">
                <a:latin typeface="Roboto"/>
                <a:cs typeface="Trebuchet MS"/>
              </a:rPr>
              <a:t>probabilities</a:t>
            </a:r>
            <a:r>
              <a:rPr lang="es-ES" sz="2400" dirty="0">
                <a:latin typeface="Roboto"/>
                <a:cs typeface="Trebuchet MS"/>
              </a:rPr>
              <a:t>, </a:t>
            </a:r>
            <a:r>
              <a:rPr lang="es-ES" sz="2400" dirty="0" err="1">
                <a:latin typeface="Roboto"/>
                <a:cs typeface="Trebuchet MS"/>
              </a:rPr>
              <a:t>then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we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must</a:t>
            </a:r>
            <a:r>
              <a:rPr lang="es-ES" sz="2400" dirty="0">
                <a:latin typeface="Roboto"/>
                <a:cs typeface="Trebuchet MS"/>
              </a:rPr>
              <a:t> use a </a:t>
            </a:r>
            <a:r>
              <a:rPr lang="es-ES" sz="2400" dirty="0" err="1">
                <a:latin typeface="Roboto"/>
                <a:cs typeface="Trebuchet MS"/>
              </a:rPr>
              <a:t>logistic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regression</a:t>
            </a:r>
            <a:r>
              <a:rPr lang="es-ES" sz="2400" dirty="0">
                <a:latin typeface="Roboto"/>
                <a:cs typeface="Trebuchet MS"/>
              </a:rPr>
              <a:t>.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" sz="2400" dirty="0" err="1">
                <a:latin typeface="Roboto"/>
                <a:cs typeface="Trebuchet MS"/>
              </a:rPr>
              <a:t>If</a:t>
            </a:r>
            <a:r>
              <a:rPr lang="es-ES" sz="2400" dirty="0">
                <a:latin typeface="Roboto"/>
                <a:cs typeface="Trebuchet MS"/>
              </a:rPr>
              <a:t> the </a:t>
            </a:r>
            <a:r>
              <a:rPr lang="es-ES" sz="2400" dirty="0" err="1">
                <a:latin typeface="Roboto"/>
                <a:cs typeface="Trebuchet MS"/>
              </a:rPr>
              <a:t>ouput</a:t>
            </a:r>
            <a:r>
              <a:rPr lang="es-ES" sz="2400" dirty="0">
                <a:latin typeface="Roboto"/>
                <a:cs typeface="Trebuchet MS"/>
              </a:rPr>
              <a:t> are </a:t>
            </a:r>
            <a:r>
              <a:rPr lang="es-ES" sz="2400" dirty="0" err="1">
                <a:latin typeface="Roboto"/>
                <a:cs typeface="Trebuchet MS"/>
              </a:rPr>
              <a:t>counts</a:t>
            </a:r>
            <a:r>
              <a:rPr lang="es-ES" sz="2400" dirty="0">
                <a:latin typeface="Roboto"/>
                <a:cs typeface="Trebuchet MS"/>
              </a:rPr>
              <a:t>, the </a:t>
            </a:r>
            <a:r>
              <a:rPr lang="es-ES" sz="2400" dirty="0" err="1">
                <a:latin typeface="Roboto"/>
                <a:cs typeface="Trebuchet MS"/>
              </a:rPr>
              <a:t>method</a:t>
            </a:r>
            <a:r>
              <a:rPr lang="es-ES" sz="2400" dirty="0">
                <a:latin typeface="Roboto"/>
                <a:cs typeface="Trebuchet MS"/>
              </a:rPr>
              <a:t> of </a:t>
            </a:r>
            <a:r>
              <a:rPr lang="es-ES" sz="2400" dirty="0" err="1">
                <a:latin typeface="Roboto"/>
                <a:cs typeface="Trebuchet MS"/>
              </a:rPr>
              <a:t>choice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is</a:t>
            </a:r>
            <a:r>
              <a:rPr lang="es-ES" sz="2400" dirty="0">
                <a:latin typeface="Roboto"/>
                <a:cs typeface="Trebuchet MS"/>
              </a:rPr>
              <a:t> the Poisson </a:t>
            </a:r>
            <a:r>
              <a:rPr lang="es-ES" sz="2400" dirty="0" err="1">
                <a:latin typeface="Roboto"/>
                <a:cs typeface="Trebuchet MS"/>
              </a:rPr>
              <a:t>regression</a:t>
            </a:r>
            <a:r>
              <a:rPr lang="es-ES" sz="2400" dirty="0">
                <a:latin typeface="Roboto"/>
                <a:cs typeface="Trebuchet MS"/>
              </a:rPr>
              <a:t>… and </a:t>
            </a:r>
            <a:r>
              <a:rPr lang="es-ES" sz="2400" dirty="0" err="1">
                <a:latin typeface="Roboto"/>
                <a:cs typeface="Trebuchet MS"/>
              </a:rPr>
              <a:t>many</a:t>
            </a:r>
            <a:r>
              <a:rPr lang="es-ES" sz="2400" dirty="0">
                <a:latin typeface="Roboto"/>
                <a:cs typeface="Trebuchet MS"/>
              </a:rPr>
              <a:t> more.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" sz="2400" dirty="0" err="1">
                <a:latin typeface="Roboto"/>
                <a:cs typeface="Trebuchet MS"/>
              </a:rPr>
              <a:t>Survival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models</a:t>
            </a:r>
            <a:r>
              <a:rPr lang="es-ES" sz="2400" dirty="0">
                <a:latin typeface="Roboto"/>
                <a:cs typeface="Trebuchet MS"/>
              </a:rPr>
              <a:t>: Cox </a:t>
            </a:r>
            <a:r>
              <a:rPr lang="es-ES" sz="2400" dirty="0" err="1">
                <a:latin typeface="Roboto"/>
                <a:cs typeface="Trebuchet MS"/>
              </a:rPr>
              <a:t>regression</a:t>
            </a:r>
            <a:endParaRPr lang="es-ES" sz="2400" dirty="0">
              <a:latin typeface="Roboto"/>
              <a:cs typeface="Trebuchet MS"/>
            </a:endParaRPr>
          </a:p>
          <a:p>
            <a:pPr marL="457200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" sz="2400" dirty="0">
                <a:latin typeface="Roboto"/>
                <a:cs typeface="Trebuchet MS"/>
              </a:rPr>
              <a:t>A </a:t>
            </a:r>
            <a:r>
              <a:rPr lang="es-ES" sz="2400" dirty="0" err="1">
                <a:latin typeface="Roboto"/>
                <a:cs typeface="Trebuchet MS"/>
              </a:rPr>
              <a:t>generalized</a:t>
            </a:r>
            <a:r>
              <a:rPr lang="es-ES" sz="2400" dirty="0">
                <a:latin typeface="Roboto"/>
                <a:cs typeface="Trebuchet MS"/>
              </a:rPr>
              <a:t> linear </a:t>
            </a:r>
            <a:r>
              <a:rPr lang="es-ES" sz="2400" dirty="0" err="1">
                <a:latin typeface="Roboto"/>
                <a:cs typeface="Trebuchet MS"/>
              </a:rPr>
              <a:t>model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is</a:t>
            </a:r>
            <a:r>
              <a:rPr lang="es-ES" sz="2400" dirty="0">
                <a:latin typeface="Roboto"/>
                <a:cs typeface="Trebuchet MS"/>
              </a:rPr>
              <a:t>… </a:t>
            </a:r>
            <a:r>
              <a:rPr lang="es-ES" sz="2400" dirty="0" err="1">
                <a:latin typeface="Roboto"/>
                <a:cs typeface="Trebuchet MS"/>
              </a:rPr>
              <a:t>well</a:t>
            </a:r>
            <a:r>
              <a:rPr lang="es-ES" sz="2400" dirty="0">
                <a:latin typeface="Roboto"/>
                <a:cs typeface="Trebuchet MS"/>
              </a:rPr>
              <a:t>… linear: </a:t>
            </a:r>
            <a:r>
              <a:rPr lang="es-ES" sz="2400" dirty="0" err="1">
                <a:latin typeface="Roboto"/>
                <a:cs typeface="Trebuchet MS"/>
              </a:rPr>
              <a:t>plot</a:t>
            </a:r>
            <a:r>
              <a:rPr lang="es-ES" sz="2400" dirty="0">
                <a:latin typeface="Roboto"/>
                <a:cs typeface="Trebuchet MS"/>
              </a:rPr>
              <a:t> the data </a:t>
            </a:r>
            <a:r>
              <a:rPr lang="es-ES" sz="2400" dirty="0" err="1">
                <a:latin typeface="Roboto"/>
                <a:cs typeface="Trebuchet MS"/>
              </a:rPr>
              <a:t>to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check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if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it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is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better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to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transform</a:t>
            </a:r>
            <a:r>
              <a:rPr lang="es-ES" sz="2400" dirty="0">
                <a:latin typeface="Roboto"/>
                <a:cs typeface="Trebuchet MS"/>
              </a:rPr>
              <a:t> the </a:t>
            </a:r>
            <a:r>
              <a:rPr lang="es-ES" sz="2400" dirty="0" err="1">
                <a:latin typeface="Roboto"/>
                <a:cs typeface="Trebuchet MS"/>
              </a:rPr>
              <a:t>dependent</a:t>
            </a:r>
            <a:r>
              <a:rPr lang="es-ES" sz="2400" dirty="0">
                <a:latin typeface="Roboto"/>
                <a:cs typeface="Trebuchet MS"/>
              </a:rPr>
              <a:t> or the </a:t>
            </a:r>
            <a:r>
              <a:rPr lang="es-ES" sz="2400" dirty="0" err="1">
                <a:latin typeface="Roboto"/>
                <a:cs typeface="Trebuchet MS"/>
              </a:rPr>
              <a:t>independent</a:t>
            </a:r>
            <a:r>
              <a:rPr lang="es-ES" sz="2400" dirty="0">
                <a:latin typeface="Roboto"/>
                <a:cs typeface="Trebuchet MS"/>
              </a:rPr>
              <a:t> variables.</a:t>
            </a:r>
          </a:p>
          <a:p>
            <a:pPr marL="914400" lvl="1" indent="-457200">
              <a:lnSpc>
                <a:spcPts val="4260"/>
              </a:lnSpc>
              <a:spcBef>
                <a:spcPts val="409"/>
              </a:spcBef>
              <a:buFont typeface="Arial" panose="020B0604020202020204" pitchFamily="34" charset="0"/>
              <a:buChar char="•"/>
            </a:pPr>
            <a:r>
              <a:rPr lang="es-ES" sz="2400" dirty="0">
                <a:latin typeface="Roboto"/>
                <a:cs typeface="Trebuchet MS"/>
              </a:rPr>
              <a:t>Log </a:t>
            </a:r>
            <a:r>
              <a:rPr lang="es-ES" sz="2400" dirty="0" err="1">
                <a:latin typeface="Roboto"/>
                <a:cs typeface="Trebuchet MS"/>
              </a:rPr>
              <a:t>transform</a:t>
            </a:r>
            <a:r>
              <a:rPr lang="es-ES" sz="2400" dirty="0">
                <a:latin typeface="Roboto"/>
                <a:cs typeface="Trebuchet MS"/>
              </a:rPr>
              <a:t>, </a:t>
            </a:r>
            <a:r>
              <a:rPr lang="es-ES" sz="2400" dirty="0" err="1">
                <a:latin typeface="Roboto"/>
                <a:cs typeface="Trebuchet MS"/>
              </a:rPr>
              <a:t>BoxCox</a:t>
            </a:r>
            <a:r>
              <a:rPr lang="es-ES" sz="2400" dirty="0">
                <a:latin typeface="Roboto"/>
                <a:cs typeface="Trebuchet MS"/>
              </a:rPr>
              <a:t> </a:t>
            </a:r>
            <a:r>
              <a:rPr lang="es-ES" sz="2400" dirty="0" err="1">
                <a:latin typeface="Roboto"/>
                <a:cs typeface="Trebuchet MS"/>
              </a:rPr>
              <a:t>family</a:t>
            </a:r>
            <a:r>
              <a:rPr lang="es-ES" sz="2400" dirty="0">
                <a:latin typeface="Roboto"/>
                <a:cs typeface="Trebuchet MS"/>
              </a:rPr>
              <a:t>, etc. </a:t>
            </a:r>
            <a:r>
              <a:rPr lang="es-ES" sz="2400" dirty="0">
                <a:highlight>
                  <a:srgbClr val="FFFF00"/>
                </a:highlight>
                <a:latin typeface="Roboto"/>
                <a:cs typeface="Trebuchet MS"/>
              </a:rPr>
              <a:t> </a:t>
            </a:r>
          </a:p>
          <a:p>
            <a:pPr>
              <a:lnSpc>
                <a:spcPts val="4260"/>
              </a:lnSpc>
              <a:spcBef>
                <a:spcPts val="409"/>
              </a:spcBef>
            </a:pPr>
            <a:endParaRPr lang="es-ES_tradnl" sz="2400" dirty="0">
              <a:latin typeface="Roboto"/>
              <a:cs typeface="Trebuchet M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C8CD66-BCE4-4BB3-B2D6-E98D5EFA6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66509"/>
            <a:ext cx="18288000" cy="1420491"/>
          </a:xfrm>
          <a:prstGeom prst="rect">
            <a:avLst/>
          </a:prstGeom>
        </p:spPr>
      </p:pic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53D456FA-85CA-43E9-BA4D-29FD98EC4565}"/>
              </a:ext>
            </a:extLst>
          </p:cNvPr>
          <p:cNvSpPr txBox="1">
            <a:spLocks/>
          </p:cNvSpPr>
          <p:nvPr/>
        </p:nvSpPr>
        <p:spPr>
          <a:xfrm>
            <a:off x="16136016" y="983350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200" smtClean="0">
                <a:solidFill>
                  <a:schemeClr val="tx1"/>
                </a:solidFill>
                <a:latin typeface="Trebuchet MS" panose="020B0703020202090204" pitchFamily="34" charset="0"/>
              </a:rPr>
              <a:pPr/>
              <a:t>12</a:t>
            </a:fld>
            <a:endParaRPr lang="en-US" sz="3200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pic>
        <p:nvPicPr>
          <p:cNvPr id="2" name="Picture 1" descr="A diagram of a company&#10;&#10;Description automatically generated">
            <a:extLst>
              <a:ext uri="{FF2B5EF4-FFF2-40B4-BE49-F238E27FC236}">
                <a16:creationId xmlns:a16="http://schemas.microsoft.com/office/drawing/2014/main" id="{9340D094-6066-708A-2C34-DC48DAE75A7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67" t="9401" b="65811"/>
          <a:stretch/>
        </p:blipFill>
        <p:spPr>
          <a:xfrm>
            <a:off x="11232930" y="1363330"/>
            <a:ext cx="7055070" cy="676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5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276B8C5-DD86-EA15-E66D-F42D351C72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959"/>
          <a:stretch/>
        </p:blipFill>
        <p:spPr>
          <a:xfrm>
            <a:off x="-35647" y="0"/>
            <a:ext cx="14580247" cy="10287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D64E173-FDE4-439D-96AA-3BE487111DAB}"/>
              </a:ext>
            </a:extLst>
          </p:cNvPr>
          <p:cNvSpPr txBox="1"/>
          <p:nvPr/>
        </p:nvSpPr>
        <p:spPr>
          <a:xfrm>
            <a:off x="8279902" y="5791572"/>
            <a:ext cx="10008098" cy="306237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defTabSz="1371600"/>
            <a:endParaRPr lang="es-ES_tradnl" sz="2000" b="1" dirty="0">
              <a:solidFill>
                <a:srgbClr val="FFFFFF"/>
              </a:solidFill>
              <a:latin typeface="Roboto"/>
            </a:endParaRPr>
          </a:p>
          <a:p>
            <a:pPr defTabSz="1371600"/>
            <a:r>
              <a:rPr lang="es-ES_tradnl" sz="5400" b="1" dirty="0" err="1">
                <a:solidFill>
                  <a:srgbClr val="FFFFFF"/>
                </a:solidFill>
                <a:latin typeface="Roboto"/>
              </a:rPr>
              <a:t>Statistical</a:t>
            </a:r>
            <a:r>
              <a:rPr lang="es-ES_tradnl" sz="5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lang="es-ES_tradnl" sz="5400" b="1" dirty="0" err="1">
                <a:solidFill>
                  <a:srgbClr val="FFFFFF"/>
                </a:solidFill>
                <a:latin typeface="Roboto"/>
              </a:rPr>
              <a:t>analysis</a:t>
            </a:r>
            <a:endParaRPr lang="es-ES_tradnl" sz="5400" b="1" dirty="0">
              <a:solidFill>
                <a:srgbClr val="FFFFFF"/>
              </a:solidFill>
              <a:latin typeface="Roboto"/>
            </a:endParaRPr>
          </a:p>
          <a:p>
            <a:pPr defTabSz="1371600"/>
            <a:endParaRPr lang="es-ES_tradnl" sz="2100" b="1" dirty="0">
              <a:solidFill>
                <a:schemeClr val="bg1">
                  <a:lumMod val="75000"/>
                </a:schemeClr>
              </a:solidFill>
              <a:latin typeface="Arial"/>
            </a:endParaRPr>
          </a:p>
          <a:p>
            <a:pPr defTabSz="1371600"/>
            <a:r>
              <a:rPr lang="es-ES_tradnl" sz="2100" b="1" dirty="0">
                <a:solidFill>
                  <a:schemeClr val="bg1">
                    <a:lumMod val="75000"/>
                  </a:schemeClr>
                </a:solidFill>
                <a:latin typeface="Arial"/>
              </a:rPr>
              <a:t>Angel Rubio (</a:t>
            </a:r>
            <a:r>
              <a:rPr lang="es-ES_tradnl" sz="2100" b="1" dirty="0">
                <a:solidFill>
                  <a:schemeClr val="bg1">
                    <a:lumMod val="75000"/>
                  </a:schemeClr>
                </a:solidFill>
                <a:latin typeface="Arial"/>
                <a:hlinkClick r:id="rId3"/>
              </a:rPr>
              <a:t>arubio@tecnun.es</a:t>
            </a:r>
            <a:r>
              <a:rPr lang="es-ES_tradnl" sz="2100" b="1" dirty="0">
                <a:solidFill>
                  <a:schemeClr val="bg1">
                    <a:lumMod val="75000"/>
                  </a:schemeClr>
                </a:solidFill>
                <a:latin typeface="Arial"/>
              </a:rPr>
              <a:t>)</a:t>
            </a:r>
          </a:p>
          <a:p>
            <a:pPr defTabSz="1371600"/>
            <a:endParaRPr lang="es-ES_tradnl" sz="2100" b="1" dirty="0">
              <a:solidFill>
                <a:schemeClr val="bg1">
                  <a:lumMod val="75000"/>
                </a:schemeClr>
              </a:solidFill>
              <a:latin typeface="Roboto"/>
            </a:endParaRPr>
          </a:p>
          <a:p>
            <a:pPr defTabSz="1371600"/>
            <a:r>
              <a:rPr lang="es-ES_tradnl" sz="2800" b="1" dirty="0">
                <a:solidFill>
                  <a:srgbClr val="FFFFFF"/>
                </a:solidFill>
                <a:latin typeface="Roboto"/>
              </a:rPr>
              <a:t>Junio de 2024</a:t>
            </a:r>
          </a:p>
          <a:p>
            <a:pPr defTabSz="1371600"/>
            <a:endParaRPr lang="es-ES_tradnl" sz="280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54D72FD-6BFC-4C0A-A09B-FBF43B63780E}"/>
              </a:ext>
            </a:extLst>
          </p:cNvPr>
          <p:cNvSpPr txBox="1"/>
          <p:nvPr/>
        </p:nvSpPr>
        <p:spPr>
          <a:xfrm>
            <a:off x="14760624" y="2797770"/>
            <a:ext cx="3384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/>
            <a:r>
              <a:rPr lang="es-ES" sz="2400" b="1" dirty="0">
                <a:solidFill>
                  <a:srgbClr val="141313"/>
                </a:solidFill>
                <a:latin typeface="Roboto"/>
              </a:rPr>
              <a:t>Curso de doctorado en Estadística</a:t>
            </a:r>
            <a:endParaRPr lang="es-ES_tradnl" sz="2400" b="1" dirty="0">
              <a:solidFill>
                <a:srgbClr val="141313"/>
              </a:solidFill>
              <a:latin typeface="Roboto"/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A63BD7D-8403-2C68-7206-1D16D3ACB79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" y="0"/>
            <a:ext cx="10008098" cy="10287000"/>
          </a:xfrm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32704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rck (2)" id="{D89328F1-0B9E-4E9D-B341-F84918E49DE4}" vid="{8A40C3F5-F62A-4D33-918B-E3997BFAA48D}"/>
    </a:ext>
  </a:extLst>
</a:theme>
</file>

<file path=ppt/theme/theme2.xml><?xml version="1.0" encoding="utf-8"?>
<a:theme xmlns:a="http://schemas.openxmlformats.org/drawingml/2006/main" name="IESE_Plantilla_con_Ejemplos_2016_v4">
  <a:themeElements>
    <a:clrScheme name="NUEVA Línea Gráfica IESE">
      <a:dk1>
        <a:srgbClr val="141313"/>
      </a:dk1>
      <a:lt1>
        <a:srgbClr val="FFFFFF"/>
      </a:lt1>
      <a:dk2>
        <a:srgbClr val="FF0000"/>
      </a:dk2>
      <a:lt2>
        <a:srgbClr val="E8E6E6"/>
      </a:lt2>
      <a:accent1>
        <a:srgbClr val="FF6566"/>
      </a:accent1>
      <a:accent2>
        <a:srgbClr val="FF0000"/>
      </a:accent2>
      <a:accent3>
        <a:srgbClr val="FE9999"/>
      </a:accent3>
      <a:accent4>
        <a:srgbClr val="141313"/>
      </a:accent4>
      <a:accent5>
        <a:srgbClr val="504C4C"/>
      </a:accent5>
      <a:accent6>
        <a:srgbClr val="C5C2C2"/>
      </a:accent6>
      <a:hlink>
        <a:srgbClr val="141313"/>
      </a:hlink>
      <a:folHlink>
        <a:srgbClr val="8C86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3175" cmpd="sng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spcBef>
            <a:spcPct val="0"/>
          </a:spcBef>
          <a:buFont typeface="Arial"/>
          <a:buNone/>
          <a:defRPr sz="1600" dirty="0" smtClean="0">
            <a:solidFill>
              <a:schemeClr val="bg1"/>
            </a:solidFill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erck (2)" id="{D89328F1-0B9E-4E9D-B341-F84918E49DE4}" vid="{7A42855E-9913-4A90-B32A-3177080B169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PPT SESIÓN 3</Template>
  <TotalTime>1600</TotalTime>
  <Words>913</Words>
  <Application>Microsoft Office PowerPoint</Application>
  <PresentationFormat>Custom</PresentationFormat>
  <Paragraphs>140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Roboto Th</vt:lpstr>
      <vt:lpstr>Wingdings</vt:lpstr>
      <vt:lpstr>Courier New</vt:lpstr>
      <vt:lpstr>Roboto</vt:lpstr>
      <vt:lpstr>Trebuchet MS</vt:lpstr>
      <vt:lpstr>Arial</vt:lpstr>
      <vt:lpstr>Calibri</vt:lpstr>
      <vt:lpstr>Tema de Office</vt:lpstr>
      <vt:lpstr>IESE_Plantilla_con_Ejemplos_2016_v4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Elisa Navarro Echarte</dc:creator>
  <cp:lastModifiedBy>Angel Rubio Diaz-Cordoves</cp:lastModifiedBy>
  <cp:revision>3</cp:revision>
  <dcterms:created xsi:type="dcterms:W3CDTF">2022-03-02T08:32:38Z</dcterms:created>
  <dcterms:modified xsi:type="dcterms:W3CDTF">2024-06-12T15:18:41Z</dcterms:modified>
  <dc:identifier>DAE3S1iJ3tE</dc:identifier>
</cp:coreProperties>
</file>